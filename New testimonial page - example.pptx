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56" r:id="rId1"/>
    <p:sldMasterId id="2147483685" r:id="rId2"/>
    <p:sldMasterId id="2147483712" r:id="rId3"/>
    <p:sldMasterId id="2147483758" r:id="rId4"/>
  </p:sldMasterIdLst>
  <p:notesMasterIdLst>
    <p:notesMasterId r:id="rId6"/>
  </p:notesMasterIdLst>
  <p:handoutMasterIdLst>
    <p:handoutMasterId r:id="rId7"/>
  </p:handoutMasterIdLst>
  <p:sldIdLst>
    <p:sldId id="272" r:id="rId5"/>
  </p:sldIdLst>
  <p:sldSz cx="12192000" cy="6858000"/>
  <p:notesSz cx="6858000" cy="9144000"/>
  <p:embeddedFontLst>
    <p:embeddedFont>
      <p:font typeface="Galvji" panose="020B0504020202020204" pitchFamily="34" charset="77"/>
      <p:regular r:id="rId8"/>
      <p:bold r:id="rId9"/>
      <p:italic r:id="rId10"/>
      <p:boldItalic r:id="rId11"/>
    </p:embeddedFont>
    <p:embeddedFont>
      <p:font typeface="Obviously Narrow" pitchFamily="2" charset="77"/>
      <p:bold r:id="rId12"/>
    </p:embeddedFont>
    <p:embeddedFont>
      <p:font typeface="Roboto Condensed Black" panose="02000000000000000000" pitchFamily="2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897301" rtl="0" eaLnBrk="1" latinLnBrk="0" hangingPunct="1">
      <a:defRPr sz="1767" kern="1200">
        <a:solidFill>
          <a:schemeClr val="tx1"/>
        </a:solidFill>
        <a:latin typeface="+mn-lt"/>
        <a:ea typeface="+mn-ea"/>
        <a:cs typeface="+mn-cs"/>
      </a:defRPr>
    </a:lvl1pPr>
    <a:lvl2pPr marL="448651" algn="l" defTabSz="897301" rtl="0" eaLnBrk="1" latinLnBrk="0" hangingPunct="1">
      <a:defRPr sz="1767" kern="1200">
        <a:solidFill>
          <a:schemeClr val="tx1"/>
        </a:solidFill>
        <a:latin typeface="+mn-lt"/>
        <a:ea typeface="+mn-ea"/>
        <a:cs typeface="+mn-cs"/>
      </a:defRPr>
    </a:lvl2pPr>
    <a:lvl3pPr marL="897301" algn="l" defTabSz="897301" rtl="0" eaLnBrk="1" latinLnBrk="0" hangingPunct="1">
      <a:defRPr sz="1767" kern="1200">
        <a:solidFill>
          <a:schemeClr val="tx1"/>
        </a:solidFill>
        <a:latin typeface="+mn-lt"/>
        <a:ea typeface="+mn-ea"/>
        <a:cs typeface="+mn-cs"/>
      </a:defRPr>
    </a:lvl3pPr>
    <a:lvl4pPr marL="1345951" algn="l" defTabSz="897301" rtl="0" eaLnBrk="1" latinLnBrk="0" hangingPunct="1">
      <a:defRPr sz="1767" kern="1200">
        <a:solidFill>
          <a:schemeClr val="tx1"/>
        </a:solidFill>
        <a:latin typeface="+mn-lt"/>
        <a:ea typeface="+mn-ea"/>
        <a:cs typeface="+mn-cs"/>
      </a:defRPr>
    </a:lvl4pPr>
    <a:lvl5pPr marL="1794602" algn="l" defTabSz="897301" rtl="0" eaLnBrk="1" latinLnBrk="0" hangingPunct="1">
      <a:defRPr sz="1767" kern="1200">
        <a:solidFill>
          <a:schemeClr val="tx1"/>
        </a:solidFill>
        <a:latin typeface="+mn-lt"/>
        <a:ea typeface="+mn-ea"/>
        <a:cs typeface="+mn-cs"/>
      </a:defRPr>
    </a:lvl5pPr>
    <a:lvl6pPr marL="2243252" algn="l" defTabSz="897301" rtl="0" eaLnBrk="1" latinLnBrk="0" hangingPunct="1">
      <a:defRPr sz="1767" kern="1200">
        <a:solidFill>
          <a:schemeClr val="tx1"/>
        </a:solidFill>
        <a:latin typeface="+mn-lt"/>
        <a:ea typeface="+mn-ea"/>
        <a:cs typeface="+mn-cs"/>
      </a:defRPr>
    </a:lvl6pPr>
    <a:lvl7pPr marL="2691902" algn="l" defTabSz="897301" rtl="0" eaLnBrk="1" latinLnBrk="0" hangingPunct="1">
      <a:defRPr sz="1767" kern="1200">
        <a:solidFill>
          <a:schemeClr val="tx1"/>
        </a:solidFill>
        <a:latin typeface="+mn-lt"/>
        <a:ea typeface="+mn-ea"/>
        <a:cs typeface="+mn-cs"/>
      </a:defRPr>
    </a:lvl7pPr>
    <a:lvl8pPr marL="3140553" algn="l" defTabSz="897301" rtl="0" eaLnBrk="1" latinLnBrk="0" hangingPunct="1">
      <a:defRPr sz="1767" kern="1200">
        <a:solidFill>
          <a:schemeClr val="tx1"/>
        </a:solidFill>
        <a:latin typeface="+mn-lt"/>
        <a:ea typeface="+mn-ea"/>
        <a:cs typeface="+mn-cs"/>
      </a:defRPr>
    </a:lvl8pPr>
    <a:lvl9pPr marL="3589203" algn="l" defTabSz="897301" rtl="0" eaLnBrk="1" latinLnBrk="0" hangingPunct="1">
      <a:defRPr sz="17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7E4515-9FB8-252F-7C1F-EDEBF6BD70AA}" v="12" dt="2026-04-07T19:52:04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howGuides="1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296708-2605-8185-5688-2F84146A40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10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5F2D1-E322-70F0-0737-A9B98BB2A6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17951-B430-41D7-BD24-9AA583A65B8C}" type="datetimeFigureOut">
              <a:rPr lang="en-GB" sz="1000" smtClean="0"/>
              <a:t>07/04/2026</a:t>
            </a:fld>
            <a:endParaRPr lang="en-GB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5B07C-9542-1050-1F1C-0FEB2A7CCB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1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6D7BA-2F9B-0883-B944-8EF5F4427B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D2C69-7CA3-4E46-8BD8-AC98F9A7C1E7}" type="slidenum">
              <a:rPr lang="en-GB" sz="1000" smtClean="0"/>
              <a:t>‹#›</a:t>
            </a:fld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30839547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1B6A59C0-999E-4442-92CC-0B4A113B3987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B13C480F-11B2-4179-8A24-86278DA626C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488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spcAft>
        <a:spcPts val="250"/>
      </a:spcAft>
      <a:defRPr sz="700" kern="1200">
        <a:solidFill>
          <a:schemeClr val="tx1"/>
        </a:solidFill>
        <a:latin typeface="+mn-lt"/>
        <a:ea typeface="+mn-ea"/>
        <a:cs typeface="+mn-cs"/>
      </a:defRPr>
    </a:lvl1pPr>
    <a:lvl2pPr marL="90000" indent="-90000" algn="l" defTabSz="457200" rtl="0" eaLnBrk="1" latinLnBrk="0" hangingPunct="1">
      <a:spcAft>
        <a:spcPts val="250"/>
      </a:spcAft>
      <a:buFont typeface="Galvji" panose="020B05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2pPr>
    <a:lvl3pPr marL="180000" indent="-90000" algn="l" defTabSz="457200" rtl="0" eaLnBrk="1" latinLnBrk="0" hangingPunct="1">
      <a:spcAft>
        <a:spcPts val="250"/>
      </a:spcAft>
      <a:buFont typeface="Galvji" panose="020B05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3pPr>
    <a:lvl4pPr marL="270000" indent="-90000" algn="l" defTabSz="457200" rtl="0" eaLnBrk="1" latinLnBrk="0" hangingPunct="1">
      <a:spcAft>
        <a:spcPts val="250"/>
      </a:spcAft>
      <a:buFont typeface="Galvji" panose="020B05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360000" indent="-90000" algn="l" defTabSz="457200" rtl="0" eaLnBrk="1" latinLnBrk="0" hangingPunct="1">
      <a:spcAft>
        <a:spcPts val="250"/>
      </a:spcAft>
      <a:buFont typeface="Galvji" panose="020B05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450000" indent="-90000" algn="l" defTabSz="457200" rtl="0" eaLnBrk="1" latinLnBrk="0" hangingPunct="1">
      <a:spcAft>
        <a:spcPts val="250"/>
      </a:spcAft>
      <a:buFont typeface="Galvji" panose="020B05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540000" indent="-90000" algn="l" defTabSz="457200" rtl="0" eaLnBrk="1" latinLnBrk="0" hangingPunct="1">
      <a:spcAft>
        <a:spcPts val="250"/>
      </a:spcAft>
      <a:buFont typeface="Galvji" panose="020B05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7pPr>
    <a:lvl8pPr marL="630000" indent="-90000" algn="l" defTabSz="457200" rtl="0" eaLnBrk="1" latinLnBrk="0" hangingPunct="1">
      <a:spcAft>
        <a:spcPts val="250"/>
      </a:spcAft>
      <a:buFont typeface="Galvji" panose="020B05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8pPr>
    <a:lvl9pPr marL="720000" indent="-90000" algn="l" defTabSz="457200" rtl="0" eaLnBrk="1" latinLnBrk="0" hangingPunct="1">
      <a:spcAft>
        <a:spcPts val="250"/>
      </a:spcAft>
      <a:buFont typeface="Galvji" panose="020B05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hyperlink" Target="https://sensemktg.com/" TargetMode="External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linkedin.com/company/sensemktg/" TargetMode="External"/><Relationship Id="rId5" Type="http://schemas.openxmlformats.org/officeDocument/2006/relationships/image" Target="../media/image18.png"/><Relationship Id="rId4" Type="http://schemas.openxmlformats.org/officeDocument/2006/relationships/hyperlink" Target="https://www.instagram.com/sensemktg/" TargetMode="Externa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23835E-D96C-D4A2-023E-50E24021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1872000"/>
            <a:ext cx="6480000" cy="3384000"/>
          </a:xfrm>
        </p:spPr>
        <p:txBody>
          <a:bodyPr anchor="ctr" anchorCtr="0"/>
          <a:lstStyle>
            <a:lvl1pPr>
              <a:lnSpc>
                <a:spcPct val="73000"/>
              </a:lnSpc>
              <a:defRPr sz="83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A53444C-77BC-BA23-9321-52E69FED3F0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BB1AAE0-5508-5619-73FE-55039FD71ED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AC0B3DA-EF47-E4C5-5242-C12D7D3B73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F295295-3A7D-B7D6-A7A4-67281CE675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180000"/>
          <a:lstStyle>
            <a:lvl1pPr algn="ctr">
              <a:defRPr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r>
              <a:rPr lang="en-GB"/>
              <a:t>Click icon to insert an image. Once inserted click Shape Format &gt; Arrange &gt; Send to Back to make sure the image appears behind the text.</a:t>
            </a:r>
          </a:p>
        </p:txBody>
      </p:sp>
    </p:spTree>
    <p:extLst>
      <p:ext uri="{BB962C8B-B14F-4D97-AF65-F5344CB8AC3E}">
        <p14:creationId xmlns:p14="http://schemas.microsoft.com/office/powerpoint/2010/main" val="2178520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and Experiences Built Using Uncommon Se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A53444C-77BC-BA23-9321-52E69FED3F0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BB1AAE0-5508-5619-73FE-55039FD71ED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AC0B3DA-EF47-E4C5-5242-C12D7D3B73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71AB8-A26F-286B-8AEA-35C6CAF6F823}"/>
              </a:ext>
            </a:extLst>
          </p:cNvPr>
          <p:cNvSpPr txBox="1"/>
          <p:nvPr userDrawn="1"/>
        </p:nvSpPr>
        <p:spPr>
          <a:xfrm>
            <a:off x="3503712" y="1314742"/>
            <a:ext cx="6189562" cy="4634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897301" rtl="0" eaLnBrk="1" fontAlgn="auto" latinLnBrk="0" hangingPunct="1">
              <a:lnSpc>
                <a:spcPts val="7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b="1" spc="-1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BR</a:t>
            </a:r>
            <a:r>
              <a:rPr lang="en-US" sz="8000" b="1" spc="-1300" baseline="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 </a:t>
            </a:r>
            <a:r>
              <a:rPr lang="en-US" sz="8000" b="1" spc="-1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AND</a:t>
            </a:r>
          </a:p>
          <a:p>
            <a:pPr marL="0" marR="0" lvl="0" indent="0" algn="l" defTabSz="897301" rtl="0" eaLnBrk="1" fontAlgn="auto" latinLnBrk="0" hangingPunct="1">
              <a:lnSpc>
                <a:spcPts val="7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b="1" spc="-50" baseline="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EXPERIENCES</a:t>
            </a:r>
          </a:p>
          <a:p>
            <a:pPr marL="0" marR="0" lvl="0" indent="0" algn="l" defTabSz="897301" rtl="0" eaLnBrk="1" fontAlgn="auto" latinLnBrk="0" hangingPunct="1">
              <a:lnSpc>
                <a:spcPts val="7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b="1" spc="-1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BUIL</a:t>
            </a:r>
            <a:r>
              <a:rPr lang="en-US" sz="8000" b="1" spc="-16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 </a:t>
            </a:r>
            <a:r>
              <a:rPr lang="en-US" sz="8000" b="1" spc="-1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T</a:t>
            </a:r>
            <a:r>
              <a:rPr lang="en-US" sz="8000" b="1" spc="-15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 </a:t>
            </a:r>
            <a:r>
              <a:rPr lang="en-US" sz="8000" b="1" kern="0" spc="-5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USING </a:t>
            </a:r>
            <a:r>
              <a:rPr lang="en-US" sz="8000" b="1" spc="-5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UNCOMMON</a:t>
            </a:r>
            <a:r>
              <a:rPr lang="en-US" sz="8000" b="1" kern="0" spc="-5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 SENSE</a:t>
            </a:r>
            <a:endParaRPr lang="en-US" sz="8000" b="1" spc="-50">
              <a:solidFill>
                <a:srgbClr val="46DE66"/>
              </a:solidFill>
              <a:latin typeface="Obviously Narrow" pitchFamily="2" charset="77"/>
              <a:ea typeface="Roboto Condensed Black" panose="02000000000000000000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8C19EFF-799D-E453-7310-1615F44ACD1E}"/>
              </a:ext>
            </a:extLst>
          </p:cNvPr>
          <p:cNvSpPr txBox="1">
            <a:spLocks/>
          </p:cNvSpPr>
          <p:nvPr userDrawn="1"/>
        </p:nvSpPr>
        <p:spPr>
          <a:xfrm>
            <a:off x="6168008" y="4725144"/>
            <a:ext cx="2360839" cy="820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-GB" sz="21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Powered by </a:t>
            </a:r>
            <a:r>
              <a:rPr lang="en-GB" sz="210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HXLab</a:t>
            </a:r>
            <a:r>
              <a:rPr lang="en-GB" sz="21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2100" i="1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6719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ilt Using Uncommon Se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A53444C-77BC-BA23-9321-52E69FED3F0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BB1AAE0-5508-5619-73FE-55039FD71ED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AC0B3DA-EF47-E4C5-5242-C12D7D3B73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71AB8-A26F-286B-8AEA-35C6CAF6F823}"/>
              </a:ext>
            </a:extLst>
          </p:cNvPr>
          <p:cNvSpPr txBox="1"/>
          <p:nvPr userDrawn="1"/>
        </p:nvSpPr>
        <p:spPr>
          <a:xfrm>
            <a:off x="3503712" y="2204864"/>
            <a:ext cx="5184576" cy="2839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897301" rtl="0" eaLnBrk="1" fontAlgn="auto" latinLnBrk="0" hangingPunct="1">
              <a:lnSpc>
                <a:spcPts val="7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b="1" spc="-1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BUI</a:t>
            </a:r>
            <a:r>
              <a:rPr lang="en-US" sz="8000" b="1" spc="-1500" baseline="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 </a:t>
            </a:r>
            <a:r>
              <a:rPr lang="en-US" sz="8000" b="1" spc="-1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L</a:t>
            </a:r>
            <a:r>
              <a:rPr lang="en-US" sz="8000" b="1" spc="-16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 </a:t>
            </a:r>
            <a:r>
              <a:rPr lang="en-US" sz="8000" b="1" spc="-1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T</a:t>
            </a:r>
            <a:r>
              <a:rPr lang="en-US" sz="8000" b="1" spc="-15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 </a:t>
            </a:r>
            <a:r>
              <a:rPr lang="en-US" sz="8000" b="1" kern="0" spc="-5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USING </a:t>
            </a:r>
            <a:r>
              <a:rPr lang="en-US" sz="8000" b="1" spc="-5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UNCOMMON</a:t>
            </a:r>
            <a:r>
              <a:rPr lang="en-US" sz="8000" b="1" kern="0" spc="-5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 SENSE</a:t>
            </a:r>
            <a:endParaRPr lang="en-US" sz="8000" b="1" spc="-50">
              <a:solidFill>
                <a:srgbClr val="46DE66"/>
              </a:solidFill>
              <a:latin typeface="Obviously Narrow" pitchFamily="2" charset="77"/>
              <a:ea typeface="Roboto Condensed Black" panose="02000000000000000000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8C19EFF-799D-E453-7310-1615F44ACD1E}"/>
              </a:ext>
            </a:extLst>
          </p:cNvPr>
          <p:cNvSpPr txBox="1">
            <a:spLocks/>
          </p:cNvSpPr>
          <p:nvPr userDrawn="1"/>
        </p:nvSpPr>
        <p:spPr>
          <a:xfrm>
            <a:off x="6168008" y="3840476"/>
            <a:ext cx="2360839" cy="820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-GB" sz="21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Powered by </a:t>
            </a:r>
            <a:r>
              <a:rPr lang="en-GB" sz="210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HXLab</a:t>
            </a:r>
            <a:r>
              <a:rPr lang="en-GB" sz="21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2100" i="1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0932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88088" y="0"/>
            <a:ext cx="5303912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7523DF-A3D9-2E99-55E9-1E96B41C47AE}"/>
              </a:ext>
            </a:extLst>
          </p:cNvPr>
          <p:cNvSpPr txBox="1"/>
          <p:nvPr userDrawn="1"/>
        </p:nvSpPr>
        <p:spPr>
          <a:xfrm>
            <a:off x="554510" y="1314742"/>
            <a:ext cx="6189562" cy="4634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897301" rtl="0" eaLnBrk="1" fontAlgn="auto" latinLnBrk="0" hangingPunct="1">
              <a:lnSpc>
                <a:spcPts val="7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b="1" spc="-1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BR</a:t>
            </a:r>
            <a:r>
              <a:rPr lang="en-US" sz="8000" b="1" spc="-1300" baseline="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 </a:t>
            </a:r>
            <a:r>
              <a:rPr lang="en-US" sz="8000" b="1" spc="-1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AND</a:t>
            </a:r>
          </a:p>
          <a:p>
            <a:pPr marL="0" marR="0" lvl="0" indent="0" algn="l" defTabSz="897301" rtl="0" eaLnBrk="1" fontAlgn="auto" latinLnBrk="0" hangingPunct="1">
              <a:lnSpc>
                <a:spcPts val="7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b="1" spc="-50" baseline="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EXPERIENCES</a:t>
            </a:r>
          </a:p>
          <a:p>
            <a:pPr marL="0" marR="0" lvl="0" indent="0" algn="l" defTabSz="897301" rtl="0" eaLnBrk="1" fontAlgn="auto" latinLnBrk="0" hangingPunct="1">
              <a:lnSpc>
                <a:spcPts val="7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b="1" spc="-1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BUIL</a:t>
            </a:r>
            <a:r>
              <a:rPr lang="en-US" sz="8000" b="1" spc="-16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 </a:t>
            </a:r>
            <a:r>
              <a:rPr lang="en-US" sz="8000" b="1" spc="-10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T</a:t>
            </a:r>
            <a:r>
              <a:rPr lang="en-US" sz="8000" b="1" spc="-15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 </a:t>
            </a:r>
            <a:r>
              <a:rPr lang="en-US" sz="8000" b="1" kern="0" spc="-5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USING </a:t>
            </a:r>
            <a:r>
              <a:rPr lang="en-US" sz="8000" b="1" spc="-5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UNCOMMON</a:t>
            </a:r>
            <a:r>
              <a:rPr lang="en-US" sz="8000" b="1" kern="0" spc="-50">
                <a:solidFill>
                  <a:srgbClr val="46DE66"/>
                </a:solidFill>
                <a:latin typeface="Obviously Narrow" pitchFamily="2" charset="77"/>
                <a:ea typeface="Roboto Condensed Black" panose="02000000000000000000" pitchFamily="2" charset="0"/>
              </a:rPr>
              <a:t> SENSE</a:t>
            </a:r>
            <a:endParaRPr lang="en-US" sz="8000" b="1" spc="-50">
              <a:solidFill>
                <a:srgbClr val="46DE66"/>
              </a:solidFill>
              <a:latin typeface="Obviously Narrow" pitchFamily="2" charset="77"/>
              <a:ea typeface="Roboto Condensed Black" panose="02000000000000000000" pitchFamily="2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F7FD279-D77D-8617-09F4-DFAFE1B9D6CD}"/>
              </a:ext>
            </a:extLst>
          </p:cNvPr>
          <p:cNvSpPr txBox="1">
            <a:spLocks/>
          </p:cNvSpPr>
          <p:nvPr userDrawn="1"/>
        </p:nvSpPr>
        <p:spPr>
          <a:xfrm>
            <a:off x="3218806" y="4725144"/>
            <a:ext cx="2360839" cy="820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alvji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-GB" sz="21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Powered by </a:t>
            </a:r>
            <a:r>
              <a:rPr lang="en-GB" sz="210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HXLab</a:t>
            </a:r>
            <a:r>
              <a:rPr lang="en-GB" sz="21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2100" i="1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502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- Gree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A grey circle with black background&#10;&#10;AI-generated content may be incorrect.">
            <a:extLst>
              <a:ext uri="{FF2B5EF4-FFF2-40B4-BE49-F238E27FC236}">
                <a16:creationId xmlns:a16="http://schemas.microsoft.com/office/drawing/2014/main" id="{A4315217-A48F-C4E0-8248-D85C4AC943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9084" y="2783496"/>
            <a:ext cx="4153084" cy="2290467"/>
          </a:xfrm>
          <a:prstGeom prst="rect">
            <a:avLst/>
          </a:prstGeom>
        </p:spPr>
      </p:pic>
      <p:pic>
        <p:nvPicPr>
          <p:cNvPr id="39" name="Picture 38" descr="A grey circle with black background&#10;&#10;AI-generated content may be incorrect.">
            <a:extLst>
              <a:ext uri="{FF2B5EF4-FFF2-40B4-BE49-F238E27FC236}">
                <a16:creationId xmlns:a16="http://schemas.microsoft.com/office/drawing/2014/main" id="{1B3A77D1-F414-EF8D-1280-5BA3788FCA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4292" y="2783496"/>
            <a:ext cx="4153084" cy="229046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691607-90FF-C47E-33AD-DD3F4F39F4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EF8F8-68AF-17D0-ECED-5AB47EFE4CF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10760-0C7C-D26E-89A7-B1209B922E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A77A15-48CD-50C4-B010-731B6DB6BD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Meet the team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A40A68-E0D6-2B3C-48C8-DBAF9C59A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2420888"/>
            <a:ext cx="1093176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127C9E7-89FE-876A-31FB-6C9684D962F5}"/>
              </a:ext>
            </a:extLst>
          </p:cNvPr>
          <p:cNvSpPr/>
          <p:nvPr userDrawn="1"/>
        </p:nvSpPr>
        <p:spPr>
          <a:xfrm>
            <a:off x="11136560" y="6381328"/>
            <a:ext cx="788740" cy="2210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t" anchorCtr="0"/>
          <a:lstStyle/>
          <a:p>
            <a:pPr marL="216000" indent="-216000" algn="l">
              <a:lnSpc>
                <a:spcPct val="120000"/>
              </a:lnSpc>
              <a:buFont typeface="Galvji" panose="020B0504020202020204" pitchFamily="34" charset="0"/>
              <a:buChar char="•"/>
            </a:pPr>
            <a:endParaRPr lang="en-US" sz="13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CD188B-2AAC-B201-183D-BED86E90A5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89398" y="6456608"/>
            <a:ext cx="734199" cy="141041"/>
          </a:xfrm>
          <a:prstGeom prst="rect">
            <a:avLst/>
          </a:prstGeom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AF8A6CD-4D20-DD4F-A041-80BBE81762F7}"/>
              </a:ext>
            </a:extLst>
          </p:cNvPr>
          <p:cNvSpPr txBox="1">
            <a:spLocks/>
          </p:cNvSpPr>
          <p:nvPr userDrawn="1"/>
        </p:nvSpPr>
        <p:spPr>
          <a:xfrm>
            <a:off x="2432381" y="801000"/>
            <a:ext cx="7327238" cy="7847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Obviously Demo Narw Bold" pitchFamily="82" charset="0"/>
                <a:ea typeface="+mj-ea"/>
                <a:cs typeface="+mj-cs"/>
              </a:defRPr>
            </a:lvl1pPr>
          </a:lstStyle>
          <a:p>
            <a:pPr algn="ctr">
              <a:lnSpc>
                <a:spcPts val="4000"/>
              </a:lnSpc>
            </a:pPr>
            <a:r>
              <a:rPr lang="en-US" sz="1800" b="1">
                <a:latin typeface="Obviously Narrow" pitchFamily="2" charset="77"/>
                <a:ea typeface="Roboto Condensed Black" panose="02000000000000000000" pitchFamily="2" charset="0"/>
              </a:rPr>
              <a:t>PROJECT TEAM INCLUDING: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00531B7-2D97-1C49-B03E-D08FBFC915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238" y="1734905"/>
            <a:ext cx="1597519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D86FED1-0F63-E54D-735A-B90E7AF0FB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238" y="2004322"/>
            <a:ext cx="1597519" cy="41655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16E0A59-BC9D-F101-6C09-C88F9BFAEF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06540" y="1734905"/>
            <a:ext cx="1570160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352901F-8B44-1A17-EAC5-2F69553BB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06540" y="2004322"/>
            <a:ext cx="1570160" cy="41655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1F0DA526-A671-287B-0EF3-C14C977FBC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70966" y="1734905"/>
            <a:ext cx="1585643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B6FC26F-704D-BA44-A4E3-E3678E6442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70966" y="2004322"/>
            <a:ext cx="1585643" cy="41655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64CB889-1209-83BF-9D13-9517F19CAA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5392" y="1734905"/>
            <a:ext cx="1587808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87A48FC-6D77-5E06-3ED4-73ADF475EC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5392" y="2004322"/>
            <a:ext cx="1587808" cy="41655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AA0CF01-8AB2-58EC-164B-99BF059947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11693" y="1734905"/>
            <a:ext cx="1584707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F67170C-6A01-7BCE-E56C-DABACC2F05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11693" y="2004322"/>
            <a:ext cx="1584707" cy="41655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754A5C7B-54E0-E437-96D8-0000C0A1B7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87995" y="1734905"/>
            <a:ext cx="1569005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12E140A5-A069-E16F-0145-2B4904C9030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87995" y="2004322"/>
            <a:ext cx="1569005" cy="41655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909C44B-65C6-482E-48BB-60AC80A41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0238" y="2689210"/>
            <a:ext cx="4058972" cy="364017"/>
          </a:xfrm>
        </p:spPr>
        <p:txBody>
          <a:bodyPr/>
          <a:lstStyle>
            <a:lvl1pPr algn="ctr">
              <a:spcBef>
                <a:spcPts val="0"/>
              </a:spcBef>
              <a:defRPr sz="1800" b="1">
                <a:solidFill>
                  <a:srgbClr val="3B3B3B"/>
                </a:solidFill>
                <a:latin typeface="+mj-lt"/>
              </a:defRPr>
            </a:lvl1pPr>
          </a:lstStyle>
          <a:p>
            <a:pPr lvl="0"/>
            <a:r>
              <a:rPr lang="en-GB"/>
              <a:t>TEAM 1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DA60DCD9-49F0-AAFF-2247-8547041CCB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59733" y="2689210"/>
            <a:ext cx="6502029" cy="364017"/>
          </a:xfrm>
        </p:spPr>
        <p:txBody>
          <a:bodyPr/>
          <a:lstStyle>
            <a:lvl1pPr algn="ctr">
              <a:spcBef>
                <a:spcPts val="0"/>
              </a:spcBef>
              <a:defRPr sz="1800" b="1">
                <a:solidFill>
                  <a:srgbClr val="3B3B3B"/>
                </a:solidFill>
                <a:latin typeface="+mj-lt"/>
              </a:defRPr>
            </a:lvl1pPr>
          </a:lstStyle>
          <a:p>
            <a:pPr lvl="0"/>
            <a:r>
              <a:rPr lang="en-GB"/>
              <a:t>TEAM 2</a:t>
            </a:r>
          </a:p>
        </p:txBody>
      </p:sp>
      <p:sp>
        <p:nvSpPr>
          <p:cNvPr id="44" name="Online Image Placeholder 41">
            <a:extLst>
              <a:ext uri="{FF2B5EF4-FFF2-40B4-BE49-F238E27FC236}">
                <a16:creationId xmlns:a16="http://schemas.microsoft.com/office/drawing/2014/main" id="{4A946F75-458E-D139-E812-92779039D8EC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>
          <a:xfrm>
            <a:off x="2787102" y="3381647"/>
            <a:ext cx="1871540" cy="1650801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F92CFC4-AFB4-71A2-3DC6-BAB67CC1E7A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87102" y="5194420"/>
            <a:ext cx="1871540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1A4F0B90-FEAE-8B02-ACD6-FD7940F9959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7102" y="5463838"/>
            <a:ext cx="1871540" cy="18543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52" name="Online Image Placeholder 41">
            <a:extLst>
              <a:ext uri="{FF2B5EF4-FFF2-40B4-BE49-F238E27FC236}">
                <a16:creationId xmlns:a16="http://schemas.microsoft.com/office/drawing/2014/main" id="{DB4A50C0-C3CC-7879-E82B-778729212F92}"/>
              </a:ext>
            </a:extLst>
          </p:cNvPr>
          <p:cNvSpPr>
            <a:spLocks noGrp="1"/>
          </p:cNvSpPr>
          <p:nvPr>
            <p:ph type="clipArt" sz="quarter" idx="40"/>
          </p:nvPr>
        </p:nvSpPr>
        <p:spPr>
          <a:xfrm>
            <a:off x="637668" y="3381647"/>
            <a:ext cx="1871540" cy="165080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FF5B1A2-CF1E-3B62-55C3-8ABBAFC5B5B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2042" y="5194420"/>
            <a:ext cx="1904498" cy="242150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AA9CBD47-22B7-1333-7FF9-F76A0B39898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2042" y="5463838"/>
            <a:ext cx="1904498" cy="18543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61" name="Online Image Placeholder 41">
            <a:extLst>
              <a:ext uri="{FF2B5EF4-FFF2-40B4-BE49-F238E27FC236}">
                <a16:creationId xmlns:a16="http://schemas.microsoft.com/office/drawing/2014/main" id="{1A542E5E-E6D7-34BA-F5D2-E68F3F5C58F2}"/>
              </a:ext>
            </a:extLst>
          </p:cNvPr>
          <p:cNvSpPr>
            <a:spLocks noGrp="1"/>
          </p:cNvSpPr>
          <p:nvPr>
            <p:ph type="clipArt" sz="quarter" idx="43"/>
          </p:nvPr>
        </p:nvSpPr>
        <p:spPr>
          <a:xfrm>
            <a:off x="7309664" y="3381648"/>
            <a:ext cx="1871540" cy="1650800"/>
          </a:xfrm>
        </p:spPr>
        <p:txBody>
          <a:bodyPr/>
          <a:lstStyle/>
          <a:p>
            <a:endParaRPr lang="en-US"/>
          </a:p>
        </p:txBody>
      </p:sp>
      <p:sp>
        <p:nvSpPr>
          <p:cNvPr id="62" name="Text Placeholder 14">
            <a:extLst>
              <a:ext uri="{FF2B5EF4-FFF2-40B4-BE49-F238E27FC236}">
                <a16:creationId xmlns:a16="http://schemas.microsoft.com/office/drawing/2014/main" id="{3A29A8E9-A1C3-F915-EE45-5F449DB3778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09664" y="5194420"/>
            <a:ext cx="1871540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F4E4B655-EBBE-0C79-BFE1-5CAEB19D844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09664" y="5463838"/>
            <a:ext cx="1871540" cy="18543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64" name="Online Image Placeholder 41">
            <a:extLst>
              <a:ext uri="{FF2B5EF4-FFF2-40B4-BE49-F238E27FC236}">
                <a16:creationId xmlns:a16="http://schemas.microsoft.com/office/drawing/2014/main" id="{AD561B5A-EC0C-4039-AE24-0D4AAF141668}"/>
              </a:ext>
            </a:extLst>
          </p:cNvPr>
          <p:cNvSpPr>
            <a:spLocks noGrp="1"/>
          </p:cNvSpPr>
          <p:nvPr>
            <p:ph type="clipArt" sz="quarter" idx="46"/>
          </p:nvPr>
        </p:nvSpPr>
        <p:spPr>
          <a:xfrm>
            <a:off x="5160230" y="3381648"/>
            <a:ext cx="1871540" cy="1650800"/>
          </a:xfrm>
        </p:spPr>
        <p:txBody>
          <a:bodyPr/>
          <a:lstStyle/>
          <a:p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0FC0E195-061C-D427-8283-2C7318F557D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0230" y="5194420"/>
            <a:ext cx="1871540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293E5AEA-6D18-53B9-7170-95C9556701A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60230" y="5463838"/>
            <a:ext cx="1871540" cy="18543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67" name="Online Image Placeholder 41">
            <a:extLst>
              <a:ext uri="{FF2B5EF4-FFF2-40B4-BE49-F238E27FC236}">
                <a16:creationId xmlns:a16="http://schemas.microsoft.com/office/drawing/2014/main" id="{A7160B30-5F8C-D417-BFA4-2B8D371E106E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459098" y="3381648"/>
            <a:ext cx="1871540" cy="1650800"/>
          </a:xfrm>
        </p:spPr>
        <p:txBody>
          <a:bodyPr/>
          <a:lstStyle/>
          <a:p>
            <a:endParaRPr lang="en-US"/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2062888F-EBEC-6D4B-BC0E-B4370CCF6A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59099" y="5194420"/>
            <a:ext cx="1871540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8D17B677-9A69-81E2-CB40-ABC382FC1A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459099" y="5463838"/>
            <a:ext cx="1871540" cy="18543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ACA12D60-3EB2-8D8A-5923-396C36A9CD5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2042" y="5736970"/>
            <a:ext cx="1904498" cy="397129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Short blurb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14FF89C4-2E6A-8971-C430-951428D5CC8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775983" y="5736970"/>
            <a:ext cx="1904498" cy="397129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Short blurb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0B27D882-5247-F216-85EA-572320EFE50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151631" y="5736970"/>
            <a:ext cx="1904498" cy="397129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Short blurb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F22212D8-0FB4-E2EA-DF05-86C5ACD32F6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289714" y="5736970"/>
            <a:ext cx="1904498" cy="397129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Short blurb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392B2D4D-9FA7-C269-0A3B-E0A0228DAFA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32279" y="5736970"/>
            <a:ext cx="1904498" cy="397129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Short blurb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13EC091-4074-620E-3FD3-D500209780AA}"/>
              </a:ext>
            </a:extLst>
          </p:cNvPr>
          <p:cNvCxnSpPr>
            <a:cxnSpLocks/>
          </p:cNvCxnSpPr>
          <p:nvPr userDrawn="1"/>
        </p:nvCxnSpPr>
        <p:spPr>
          <a:xfrm>
            <a:off x="5064668" y="5059721"/>
            <a:ext cx="6492332" cy="0"/>
          </a:xfrm>
          <a:prstGeom prst="line">
            <a:avLst/>
          </a:prstGeom>
          <a:ln w="38100">
            <a:solidFill>
              <a:srgbClr val="231F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9839408-3A91-E288-0536-152E54F9900F}"/>
              </a:ext>
            </a:extLst>
          </p:cNvPr>
          <p:cNvCxnSpPr>
            <a:cxnSpLocks/>
          </p:cNvCxnSpPr>
          <p:nvPr userDrawn="1"/>
        </p:nvCxnSpPr>
        <p:spPr>
          <a:xfrm>
            <a:off x="602042" y="5059721"/>
            <a:ext cx="4087168" cy="0"/>
          </a:xfrm>
          <a:prstGeom prst="line">
            <a:avLst/>
          </a:prstGeom>
          <a:ln w="38100">
            <a:solidFill>
              <a:srgbClr val="231F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04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et the Team - Off White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F399099-6E89-6476-8E0F-740EA0AC7C4E}"/>
              </a:ext>
            </a:extLst>
          </p:cNvPr>
          <p:cNvGrpSpPr/>
          <p:nvPr userDrawn="1"/>
        </p:nvGrpSpPr>
        <p:grpSpPr>
          <a:xfrm>
            <a:off x="83934" y="3216492"/>
            <a:ext cx="5968545" cy="3668892"/>
            <a:chOff x="5865341" y="3244413"/>
            <a:chExt cx="5968545" cy="366889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48211F-FF6D-3FC7-0AA8-0716976D00D7}"/>
                </a:ext>
              </a:extLst>
            </p:cNvPr>
            <p:cNvSpPr/>
            <p:nvPr/>
          </p:nvSpPr>
          <p:spPr>
            <a:xfrm>
              <a:off x="6586592" y="3244413"/>
              <a:ext cx="3668892" cy="36688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815D0B-A3A2-A56E-D5D6-50398C2511D1}"/>
                </a:ext>
              </a:extLst>
            </p:cNvPr>
            <p:cNvSpPr/>
            <p:nvPr/>
          </p:nvSpPr>
          <p:spPr>
            <a:xfrm>
              <a:off x="5865341" y="5107074"/>
              <a:ext cx="5968545" cy="1806231"/>
            </a:xfrm>
            <a:prstGeom prst="rect">
              <a:avLst/>
            </a:prstGeom>
            <a:solidFill>
              <a:srgbClr val="FFFA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B4AC8F7-33DA-488B-6C21-7892EDF0A4E4}"/>
              </a:ext>
            </a:extLst>
          </p:cNvPr>
          <p:cNvGrpSpPr/>
          <p:nvPr userDrawn="1"/>
        </p:nvGrpSpPr>
        <p:grpSpPr>
          <a:xfrm>
            <a:off x="5821486" y="3216492"/>
            <a:ext cx="5968545" cy="3668892"/>
            <a:chOff x="5865341" y="3244413"/>
            <a:chExt cx="5968545" cy="366889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93352F8-2283-66E7-3472-84748B649F15}"/>
                </a:ext>
              </a:extLst>
            </p:cNvPr>
            <p:cNvSpPr/>
            <p:nvPr/>
          </p:nvSpPr>
          <p:spPr>
            <a:xfrm>
              <a:off x="6586592" y="3244413"/>
              <a:ext cx="3668892" cy="36688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71E0DAC-804E-4144-E147-0CDB32BC9B1F}"/>
                </a:ext>
              </a:extLst>
            </p:cNvPr>
            <p:cNvSpPr/>
            <p:nvPr/>
          </p:nvSpPr>
          <p:spPr>
            <a:xfrm>
              <a:off x="5865341" y="5107074"/>
              <a:ext cx="5968545" cy="1806231"/>
            </a:xfrm>
            <a:prstGeom prst="rect">
              <a:avLst/>
            </a:prstGeom>
            <a:solidFill>
              <a:srgbClr val="FFFA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" name="Picture 38" descr="A grey circle with black background&#10;&#10;AI-generated content may be incorrect.">
            <a:extLst>
              <a:ext uri="{FF2B5EF4-FFF2-40B4-BE49-F238E27FC236}">
                <a16:creationId xmlns:a16="http://schemas.microsoft.com/office/drawing/2014/main" id="{1B3A77D1-F414-EF8D-1280-5BA3788FCA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4292" y="2783496"/>
            <a:ext cx="4153084" cy="229046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691607-90FF-C47E-33AD-DD3F4F39F4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EF8F8-68AF-17D0-ECED-5AB47EFE4CF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10760-0C7C-D26E-89A7-B1209B922E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A77A15-48CD-50C4-B010-731B6DB6BD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Meet the team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A40A68-E0D6-2B3C-48C8-DBAF9C59A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2420888"/>
            <a:ext cx="1093176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127C9E7-89FE-876A-31FB-6C9684D962F5}"/>
              </a:ext>
            </a:extLst>
          </p:cNvPr>
          <p:cNvSpPr/>
          <p:nvPr userDrawn="1"/>
        </p:nvSpPr>
        <p:spPr>
          <a:xfrm>
            <a:off x="11136560" y="6381328"/>
            <a:ext cx="1055440" cy="476672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t" anchorCtr="0"/>
          <a:lstStyle/>
          <a:p>
            <a:pPr marL="216000" indent="-216000" algn="l">
              <a:lnSpc>
                <a:spcPct val="120000"/>
              </a:lnSpc>
              <a:buFont typeface="Galvji" panose="020B0504020202020204" pitchFamily="34" charset="0"/>
              <a:buChar char="•"/>
            </a:pPr>
            <a:endParaRPr lang="en-US" sz="1300">
              <a:solidFill>
                <a:schemeClr val="tx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AF8A6CD-4D20-DD4F-A041-80BBE81762F7}"/>
              </a:ext>
            </a:extLst>
          </p:cNvPr>
          <p:cNvSpPr txBox="1">
            <a:spLocks/>
          </p:cNvSpPr>
          <p:nvPr userDrawn="1"/>
        </p:nvSpPr>
        <p:spPr>
          <a:xfrm>
            <a:off x="2432381" y="801000"/>
            <a:ext cx="7327238" cy="7847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Obviously Demo Narw Bold" pitchFamily="82" charset="0"/>
                <a:ea typeface="+mj-ea"/>
                <a:cs typeface="+mj-cs"/>
              </a:defRPr>
            </a:lvl1pPr>
          </a:lstStyle>
          <a:p>
            <a:pPr algn="ctr">
              <a:lnSpc>
                <a:spcPts val="4000"/>
              </a:lnSpc>
            </a:pPr>
            <a:r>
              <a:rPr lang="en-US" sz="1800" b="1">
                <a:latin typeface="Obviously Narrow" pitchFamily="2" charset="77"/>
                <a:ea typeface="Roboto Condensed Black" panose="02000000000000000000" pitchFamily="2" charset="0"/>
              </a:rPr>
              <a:t>PROJECT TEAM INCLUDING: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00531B7-2D97-1C49-B03E-D08FBFC915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238" y="1734905"/>
            <a:ext cx="1597519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D86FED1-0F63-E54D-735A-B90E7AF0FB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238" y="2004322"/>
            <a:ext cx="1597519" cy="41655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16E0A59-BC9D-F101-6C09-C88F9BFAEF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06540" y="1734905"/>
            <a:ext cx="1570160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352901F-8B44-1A17-EAC5-2F69553BB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06540" y="2004322"/>
            <a:ext cx="1570160" cy="41655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1F0DA526-A671-287B-0EF3-C14C977FBC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70966" y="1734905"/>
            <a:ext cx="1585643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B6FC26F-704D-BA44-A4E3-E3678E6442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70966" y="2004322"/>
            <a:ext cx="1585643" cy="41655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64CB889-1209-83BF-9D13-9517F19CAA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5392" y="1734905"/>
            <a:ext cx="1587808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87A48FC-6D77-5E06-3ED4-73ADF475EC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5392" y="2004322"/>
            <a:ext cx="1587808" cy="41655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AA0CF01-8AB2-58EC-164B-99BF059947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11693" y="1734905"/>
            <a:ext cx="1584707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F67170C-6A01-7BCE-E56C-DABACC2F05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11693" y="2004322"/>
            <a:ext cx="1584707" cy="41655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754A5C7B-54E0-E437-96D8-0000C0A1B7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87995" y="1734905"/>
            <a:ext cx="1569005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12E140A5-A069-E16F-0145-2B4904C9030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87995" y="2004322"/>
            <a:ext cx="1569005" cy="41655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909C44B-65C6-482E-48BB-60AC80A41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0238" y="2689210"/>
            <a:ext cx="4058972" cy="364017"/>
          </a:xfrm>
        </p:spPr>
        <p:txBody>
          <a:bodyPr/>
          <a:lstStyle>
            <a:lvl1pPr algn="ctr">
              <a:spcBef>
                <a:spcPts val="0"/>
              </a:spcBef>
              <a:defRPr sz="1800" b="1">
                <a:solidFill>
                  <a:srgbClr val="3B3B3B"/>
                </a:solidFill>
                <a:latin typeface="+mj-lt"/>
              </a:defRPr>
            </a:lvl1pPr>
          </a:lstStyle>
          <a:p>
            <a:pPr lvl="0"/>
            <a:r>
              <a:rPr lang="en-GB"/>
              <a:t>TEAM 1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DA60DCD9-49F0-AAFF-2247-8547041CCB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59733" y="2689210"/>
            <a:ext cx="6502029" cy="364017"/>
          </a:xfrm>
        </p:spPr>
        <p:txBody>
          <a:bodyPr/>
          <a:lstStyle>
            <a:lvl1pPr algn="ctr">
              <a:spcBef>
                <a:spcPts val="0"/>
              </a:spcBef>
              <a:defRPr sz="1800" b="1">
                <a:solidFill>
                  <a:srgbClr val="3B3B3B"/>
                </a:solidFill>
                <a:latin typeface="+mj-lt"/>
              </a:defRPr>
            </a:lvl1pPr>
          </a:lstStyle>
          <a:p>
            <a:pPr lvl="0"/>
            <a:r>
              <a:rPr lang="en-GB"/>
              <a:t>TEAM 2</a:t>
            </a:r>
          </a:p>
        </p:txBody>
      </p:sp>
      <p:sp>
        <p:nvSpPr>
          <p:cNvPr id="44" name="Online Image Placeholder 41">
            <a:extLst>
              <a:ext uri="{FF2B5EF4-FFF2-40B4-BE49-F238E27FC236}">
                <a16:creationId xmlns:a16="http://schemas.microsoft.com/office/drawing/2014/main" id="{4A946F75-458E-D139-E812-92779039D8EC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>
          <a:xfrm>
            <a:off x="2787102" y="3381647"/>
            <a:ext cx="1871540" cy="165864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F92CFC4-AFB4-71A2-3DC6-BAB67CC1E7A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87102" y="5194420"/>
            <a:ext cx="1871540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1A4F0B90-FEAE-8B02-ACD6-FD7940F9959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7102" y="5463838"/>
            <a:ext cx="1871540" cy="18543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52" name="Online Image Placeholder 41">
            <a:extLst>
              <a:ext uri="{FF2B5EF4-FFF2-40B4-BE49-F238E27FC236}">
                <a16:creationId xmlns:a16="http://schemas.microsoft.com/office/drawing/2014/main" id="{DB4A50C0-C3CC-7879-E82B-778729212F92}"/>
              </a:ext>
            </a:extLst>
          </p:cNvPr>
          <p:cNvSpPr>
            <a:spLocks noGrp="1"/>
          </p:cNvSpPr>
          <p:nvPr>
            <p:ph type="clipArt" sz="quarter" idx="40"/>
          </p:nvPr>
        </p:nvSpPr>
        <p:spPr>
          <a:xfrm>
            <a:off x="637668" y="3381647"/>
            <a:ext cx="1871540" cy="165864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FF5B1A2-CF1E-3B62-55C3-8ABBAFC5B5B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2042" y="5194420"/>
            <a:ext cx="1904498" cy="242150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AA9CBD47-22B7-1333-7FF9-F76A0B39898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2042" y="5463838"/>
            <a:ext cx="1904498" cy="18543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61" name="Online Image Placeholder 41">
            <a:extLst>
              <a:ext uri="{FF2B5EF4-FFF2-40B4-BE49-F238E27FC236}">
                <a16:creationId xmlns:a16="http://schemas.microsoft.com/office/drawing/2014/main" id="{1A542E5E-E6D7-34BA-F5D2-E68F3F5C58F2}"/>
              </a:ext>
            </a:extLst>
          </p:cNvPr>
          <p:cNvSpPr>
            <a:spLocks noGrp="1"/>
          </p:cNvSpPr>
          <p:nvPr>
            <p:ph type="clipArt" sz="quarter" idx="43"/>
          </p:nvPr>
        </p:nvSpPr>
        <p:spPr>
          <a:xfrm>
            <a:off x="7309664" y="3381647"/>
            <a:ext cx="1871540" cy="1658643"/>
          </a:xfrm>
        </p:spPr>
        <p:txBody>
          <a:bodyPr/>
          <a:lstStyle/>
          <a:p>
            <a:endParaRPr lang="en-US"/>
          </a:p>
        </p:txBody>
      </p:sp>
      <p:sp>
        <p:nvSpPr>
          <p:cNvPr id="62" name="Text Placeholder 14">
            <a:extLst>
              <a:ext uri="{FF2B5EF4-FFF2-40B4-BE49-F238E27FC236}">
                <a16:creationId xmlns:a16="http://schemas.microsoft.com/office/drawing/2014/main" id="{3A29A8E9-A1C3-F915-EE45-5F449DB3778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09664" y="5194420"/>
            <a:ext cx="1871540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F4E4B655-EBBE-0C79-BFE1-5CAEB19D844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09664" y="5463838"/>
            <a:ext cx="1871540" cy="18543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64" name="Online Image Placeholder 41">
            <a:extLst>
              <a:ext uri="{FF2B5EF4-FFF2-40B4-BE49-F238E27FC236}">
                <a16:creationId xmlns:a16="http://schemas.microsoft.com/office/drawing/2014/main" id="{AD561B5A-EC0C-4039-AE24-0D4AAF141668}"/>
              </a:ext>
            </a:extLst>
          </p:cNvPr>
          <p:cNvSpPr>
            <a:spLocks noGrp="1"/>
          </p:cNvSpPr>
          <p:nvPr>
            <p:ph type="clipArt" sz="quarter" idx="46"/>
          </p:nvPr>
        </p:nvSpPr>
        <p:spPr>
          <a:xfrm>
            <a:off x="5160230" y="3381647"/>
            <a:ext cx="1871540" cy="1658643"/>
          </a:xfrm>
        </p:spPr>
        <p:txBody>
          <a:bodyPr/>
          <a:lstStyle/>
          <a:p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0FC0E195-061C-D427-8283-2C7318F557D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0230" y="5194420"/>
            <a:ext cx="1871540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293E5AEA-6D18-53B9-7170-95C9556701A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60230" y="5463838"/>
            <a:ext cx="1871540" cy="18543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67" name="Online Image Placeholder 41">
            <a:extLst>
              <a:ext uri="{FF2B5EF4-FFF2-40B4-BE49-F238E27FC236}">
                <a16:creationId xmlns:a16="http://schemas.microsoft.com/office/drawing/2014/main" id="{A7160B30-5F8C-D417-BFA4-2B8D371E106E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459098" y="3381647"/>
            <a:ext cx="1871540" cy="1658643"/>
          </a:xfrm>
        </p:spPr>
        <p:txBody>
          <a:bodyPr/>
          <a:lstStyle/>
          <a:p>
            <a:endParaRPr lang="en-US"/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2062888F-EBEC-6D4B-BC0E-B4370CCF6A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59099" y="5194420"/>
            <a:ext cx="1871540" cy="269418"/>
          </a:xfrm>
        </p:spPr>
        <p:txBody>
          <a:bodyPr/>
          <a:lstStyle>
            <a:lvl1pPr algn="ctr">
              <a:spcBef>
                <a:spcPts val="0"/>
              </a:spcBef>
              <a:defRPr sz="1200" b="1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8D17B677-9A69-81E2-CB40-ABC382FC1A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459099" y="5463838"/>
            <a:ext cx="1871540" cy="185433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ACA12D60-3EB2-8D8A-5923-396C36A9CD5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2042" y="5736970"/>
            <a:ext cx="1904498" cy="397129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Short blurb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14FF89C4-2E6A-8971-C430-951428D5CC8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775983" y="5736970"/>
            <a:ext cx="1904498" cy="397129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Short blurb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0B27D882-5247-F216-85EA-572320EFE50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151631" y="5736970"/>
            <a:ext cx="1904498" cy="397129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Short blurb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F22212D8-0FB4-E2EA-DF05-86C5ACD32F6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289714" y="5736970"/>
            <a:ext cx="1904498" cy="397129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Short blurb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392B2D4D-9FA7-C269-0A3B-E0A0228DAFA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32279" y="5736970"/>
            <a:ext cx="1904498" cy="397129"/>
          </a:xfrm>
        </p:spPr>
        <p:txBody>
          <a:bodyPr/>
          <a:lstStyle>
            <a:lvl1pPr algn="ctr">
              <a:spcBef>
                <a:spcPts val="0"/>
              </a:spcBef>
              <a:defRPr sz="1000">
                <a:solidFill>
                  <a:srgbClr val="3B3B3B"/>
                </a:solidFill>
              </a:defRPr>
            </a:lvl1pPr>
          </a:lstStyle>
          <a:p>
            <a:pPr lvl="0"/>
            <a:r>
              <a:rPr lang="en-GB"/>
              <a:t>Short blurb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13EC091-4074-620E-3FD3-D500209780AA}"/>
              </a:ext>
            </a:extLst>
          </p:cNvPr>
          <p:cNvCxnSpPr>
            <a:cxnSpLocks/>
          </p:cNvCxnSpPr>
          <p:nvPr userDrawn="1"/>
        </p:nvCxnSpPr>
        <p:spPr>
          <a:xfrm>
            <a:off x="5064668" y="5059721"/>
            <a:ext cx="6492332" cy="0"/>
          </a:xfrm>
          <a:prstGeom prst="line">
            <a:avLst/>
          </a:prstGeom>
          <a:ln w="38100">
            <a:solidFill>
              <a:srgbClr val="231F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9839408-3A91-E288-0536-152E54F9900F}"/>
              </a:ext>
            </a:extLst>
          </p:cNvPr>
          <p:cNvCxnSpPr>
            <a:cxnSpLocks/>
          </p:cNvCxnSpPr>
          <p:nvPr userDrawn="1"/>
        </p:nvCxnSpPr>
        <p:spPr>
          <a:xfrm>
            <a:off x="602042" y="5059721"/>
            <a:ext cx="4087168" cy="0"/>
          </a:xfrm>
          <a:prstGeom prst="line">
            <a:avLst/>
          </a:prstGeom>
          <a:ln w="38100">
            <a:solidFill>
              <a:srgbClr val="231F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6DA97FB-6602-A432-759A-6D6475C1A2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87348" y="6462420"/>
            <a:ext cx="734199" cy="14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16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85FC44B-70FF-6018-02C1-74058D64C8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49" t="78307" r="1770" b="3010"/>
          <a:stretch>
            <a:fillRect/>
          </a:stretch>
        </p:blipFill>
        <p:spPr>
          <a:xfrm>
            <a:off x="225424" y="5370652"/>
            <a:ext cx="11753851" cy="128097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123835E-D96C-D4A2-023E-50E24021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1441450"/>
            <a:ext cx="10933200" cy="3168000"/>
          </a:xfrm>
        </p:spPr>
        <p:txBody>
          <a:bodyPr anchor="b" anchorCtr="0"/>
          <a:lstStyle>
            <a:lvl1pPr>
              <a:lnSpc>
                <a:spcPct val="73000"/>
              </a:lnSpc>
              <a:defRPr sz="9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630000" y="4644000"/>
            <a:ext cx="10933200" cy="7200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448D0E-7E5A-1E19-FAA3-43968194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1A22A13-0186-B650-0230-211ACE43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506962-BB28-89C3-BE87-2B1D317B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40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+ Subtitle - Gree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23835E-D96C-D4A2-023E-50E24021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1441450"/>
            <a:ext cx="10933200" cy="3168000"/>
          </a:xfrm>
        </p:spPr>
        <p:txBody>
          <a:bodyPr anchor="b" anchorCtr="0"/>
          <a:lstStyle>
            <a:lvl1pPr>
              <a:lnSpc>
                <a:spcPct val="73000"/>
              </a:lnSpc>
              <a:defRPr sz="9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630000" y="4644000"/>
            <a:ext cx="10933200" cy="7200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448D0E-7E5A-1E19-FAA3-43968194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1A22A13-0186-B650-0230-211ACE43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506962-BB28-89C3-BE87-2B1D317B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Picture 3" descr="A close-up of a grid&#10;&#10;AI-generated content may be incorrect.">
            <a:extLst>
              <a:ext uri="{FF2B5EF4-FFF2-40B4-BE49-F238E27FC236}">
                <a16:creationId xmlns:a16="http://schemas.microsoft.com/office/drawing/2014/main" id="{36E8F601-DBDF-B6D5-0684-632BC250E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1797" t="78312" r="1875" b="2917"/>
          <a:stretch>
            <a:fillRect/>
          </a:stretch>
        </p:blipFill>
        <p:spPr>
          <a:xfrm>
            <a:off x="219075" y="5370652"/>
            <a:ext cx="11744326" cy="128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8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Header + Subtitle - Off White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23835E-D96C-D4A2-023E-50E24021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1441450"/>
            <a:ext cx="10933200" cy="3168000"/>
          </a:xfrm>
        </p:spPr>
        <p:txBody>
          <a:bodyPr anchor="b" anchorCtr="0"/>
          <a:lstStyle>
            <a:lvl1pPr>
              <a:lnSpc>
                <a:spcPct val="73000"/>
              </a:lnSpc>
              <a:defRPr sz="9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630000" y="4644000"/>
            <a:ext cx="10933200" cy="7200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448D0E-7E5A-1E19-FAA3-43968194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1A22A13-0186-B650-0230-211ACE43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506962-BB28-89C3-BE87-2B1D317B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close-up of a grid&#10;&#10;AI-generated content may be incorrect.">
            <a:extLst>
              <a:ext uri="{FF2B5EF4-FFF2-40B4-BE49-F238E27FC236}">
                <a16:creationId xmlns:a16="http://schemas.microsoft.com/office/drawing/2014/main" id="{CEC154E0-DF9C-400B-ECE4-5E0DE8C400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770" t="78312" r="1850" b="2870"/>
          <a:stretch>
            <a:fillRect/>
          </a:stretch>
        </p:blipFill>
        <p:spPr>
          <a:xfrm>
            <a:off x="215900" y="5370653"/>
            <a:ext cx="11750675" cy="1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85FC44B-70FF-6018-02C1-74058D64C8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49" t="78307" r="1770" b="3010"/>
          <a:stretch>
            <a:fillRect/>
          </a:stretch>
        </p:blipFill>
        <p:spPr>
          <a:xfrm>
            <a:off x="225424" y="5370652"/>
            <a:ext cx="11753851" cy="128097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123835E-D96C-D4A2-023E-50E24021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1441450"/>
            <a:ext cx="10933200" cy="4032000"/>
          </a:xfrm>
        </p:spPr>
        <p:txBody>
          <a:bodyPr anchor="ctr" anchorCtr="0"/>
          <a:lstStyle>
            <a:lvl1pPr>
              <a:lnSpc>
                <a:spcPct val="73000"/>
              </a:lnSpc>
              <a:defRPr sz="9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54535-C284-6337-3B31-BC9A950E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B5AE7E-A4EF-951C-0246-775D1C99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BFB00C-120C-0830-7C8F-D81DF053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122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- Gree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23835E-D96C-D4A2-023E-50E24021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1441450"/>
            <a:ext cx="10933200" cy="4032000"/>
          </a:xfrm>
        </p:spPr>
        <p:txBody>
          <a:bodyPr anchor="ctr" anchorCtr="0"/>
          <a:lstStyle>
            <a:lvl1pPr>
              <a:lnSpc>
                <a:spcPct val="73000"/>
              </a:lnSpc>
              <a:defRPr sz="9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54535-C284-6337-3B31-BC9A950E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B5AE7E-A4EF-951C-0246-775D1C99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BFB00C-120C-0830-7C8F-D81DF053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Picture 3" descr="A close-up of a grid&#10;&#10;AI-generated content may be incorrect.">
            <a:extLst>
              <a:ext uri="{FF2B5EF4-FFF2-40B4-BE49-F238E27FC236}">
                <a16:creationId xmlns:a16="http://schemas.microsoft.com/office/drawing/2014/main" id="{50F3DA1D-89F1-5DE9-1639-31F704ACD9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1797" t="78312" r="1875" b="2917"/>
          <a:stretch>
            <a:fillRect/>
          </a:stretch>
        </p:blipFill>
        <p:spPr>
          <a:xfrm>
            <a:off x="219074" y="5370652"/>
            <a:ext cx="11744325" cy="128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925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- Off White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23835E-D96C-D4A2-023E-50E24021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1441450"/>
            <a:ext cx="10933200" cy="4032000"/>
          </a:xfrm>
        </p:spPr>
        <p:txBody>
          <a:bodyPr anchor="ctr" anchorCtr="0"/>
          <a:lstStyle>
            <a:lvl1pPr>
              <a:lnSpc>
                <a:spcPct val="73000"/>
              </a:lnSpc>
              <a:defRPr sz="9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54535-C284-6337-3B31-BC9A950E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B5AE7E-A4EF-951C-0246-775D1C99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BFB00C-120C-0830-7C8F-D81DF053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close-up of a grid&#10;&#10;AI-generated content may be incorrect.">
            <a:extLst>
              <a:ext uri="{FF2B5EF4-FFF2-40B4-BE49-F238E27FC236}">
                <a16:creationId xmlns:a16="http://schemas.microsoft.com/office/drawing/2014/main" id="{219C8D09-21B6-D388-2906-C73325F016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745" t="78312" r="1875" b="2917"/>
          <a:stretch>
            <a:fillRect/>
          </a:stretch>
        </p:blipFill>
        <p:spPr>
          <a:xfrm>
            <a:off x="212725" y="5370652"/>
            <a:ext cx="11750676" cy="128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21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23835E-D96C-D4A2-023E-50E24021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50"/>
            <a:ext cx="7482224" cy="3978000"/>
          </a:xfrm>
        </p:spPr>
        <p:txBody>
          <a:bodyPr anchor="b" anchorCtr="0"/>
          <a:lstStyle>
            <a:lvl1pPr>
              <a:lnSpc>
                <a:spcPct val="73000"/>
              </a:lnSpc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630000" y="4644000"/>
            <a:ext cx="7482224" cy="7200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54372-75A2-D6CE-A3FD-23CECD068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9E8DE-A0C9-4968-2BE5-930C77B9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9B5F3-E084-B65D-D29A-2591F086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963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Large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691607-90FF-C47E-33AD-DD3F4F39F4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EF8F8-68AF-17D0-ECED-5AB47EFE4CF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10760-0C7C-D26E-89A7-B1209B922E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A77A15-48CD-50C4-B010-731B6DB6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476000"/>
            <a:ext cx="10931763" cy="4652490"/>
          </a:xfrm>
        </p:spPr>
        <p:txBody>
          <a:bodyPr anchor="ctr" anchorCtr="0"/>
          <a:lstStyle>
            <a:lvl1pPr algn="ctr">
              <a:lnSpc>
                <a:spcPct val="73000"/>
              </a:lnSpc>
              <a:spcBef>
                <a:spcPts val="3800"/>
              </a:spcBef>
              <a:defRPr sz="4000" cap="all" baseline="0">
                <a:latin typeface="+mj-lt"/>
              </a:defRPr>
            </a:lvl1pPr>
            <a:lvl2pPr marL="0" indent="0" algn="ctr">
              <a:spcBef>
                <a:spcPts val="1000"/>
              </a:spcBef>
              <a:buNone/>
              <a:defRPr sz="1600"/>
            </a:lvl2pPr>
            <a:lvl3pPr marL="216000">
              <a:defRPr sz="1600"/>
            </a:lvl3pPr>
            <a:lvl4pPr marL="432000">
              <a:defRPr sz="1600"/>
            </a:lvl4pPr>
            <a:lvl5pPr marL="648000">
              <a:defRPr sz="1600"/>
            </a:lvl5pPr>
            <a:lvl6pPr marL="864000">
              <a:defRPr sz="1600"/>
            </a:lvl6pPr>
            <a:lvl7pPr marL="1080000">
              <a:defRPr sz="1600"/>
            </a:lvl7pPr>
            <a:lvl8pPr marL="1296000">
              <a:defRPr sz="1600"/>
            </a:lvl8pPr>
            <a:lvl9pPr marL="1512000"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98822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Small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E0D12-0945-55D6-00A9-2AEDC7E24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152001"/>
            <a:ext cx="10931763" cy="4982100"/>
          </a:xfrm>
        </p:spPr>
        <p:txBody>
          <a:bodyPr anchor="ctr" anchorCtr="0"/>
          <a:lstStyle>
            <a:lvl1pPr marL="0" marR="0" indent="0" algn="ctr" defTabSz="457200" rtl="0" eaLnBrk="1" fontAlgn="auto" latinLnBrk="0" hangingPunct="1">
              <a:lnSpc>
                <a:spcPct val="73000"/>
              </a:lnSpc>
              <a:spcBef>
                <a:spcPts val="2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cap="all" baseline="0">
                <a:latin typeface="+mj-lt"/>
              </a:defRPr>
            </a:lvl1pPr>
            <a:lvl2pPr marL="0" indent="0" algn="ctr">
              <a:spcBef>
                <a:spcPts val="1000"/>
              </a:spcBef>
              <a:buNone/>
              <a:defRPr sz="1600"/>
            </a:lvl2pPr>
            <a:lvl3pPr marL="216000">
              <a:defRPr sz="1600"/>
            </a:lvl3pPr>
            <a:lvl4pPr marL="432000">
              <a:defRPr sz="1600"/>
            </a:lvl4pPr>
            <a:lvl5pPr marL="648000">
              <a:defRPr sz="1600"/>
            </a:lvl5pPr>
            <a:lvl6pPr marL="864000">
              <a:defRPr sz="1600"/>
            </a:lvl6pPr>
            <a:lvl7pPr marL="1080000">
              <a:defRPr sz="1600"/>
            </a:lvl7pPr>
            <a:lvl8pPr marL="1296000">
              <a:defRPr sz="1600"/>
            </a:lvl8pPr>
            <a:lvl9pPr marL="1512000"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6337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B2259E-CF68-06A6-C156-3BBCCAC94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208954A-7D66-5BA4-5985-5FD7AF0C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1194E-E754-429E-3863-1182263C39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999" y="1871999"/>
            <a:ext cx="7191613" cy="42652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1505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Text + D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07233DD-6D91-7C9E-FEDE-AA804D875B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9852" t="3356" r="1875" b="3031"/>
          <a:stretch>
            <a:fillRect/>
          </a:stretch>
        </p:blipFill>
        <p:spPr>
          <a:xfrm>
            <a:off x="8516401" y="231841"/>
            <a:ext cx="3446999" cy="6416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E5D839-5F90-0B7B-D455-ECCD4CFF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87348" y="6462000"/>
            <a:ext cx="734199" cy="14104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B2259E-CF68-06A6-C156-3BBCCAC94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0576442A-B8A4-B364-E96D-E03ECD94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8747091-68D1-1847-595E-9F06508FFA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7191614" cy="42652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5134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ne Column Text + Dots - Off Wg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07233DD-6D91-7C9E-FEDE-AA804D875B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9852" t="3356" r="1875" b="3031"/>
          <a:stretch>
            <a:fillRect/>
          </a:stretch>
        </p:blipFill>
        <p:spPr>
          <a:xfrm>
            <a:off x="8516401" y="231841"/>
            <a:ext cx="3446999" cy="6416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E5D839-5F90-0B7B-D455-ECCD4CFF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87348" y="6462000"/>
            <a:ext cx="734199" cy="14104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B2259E-CF68-06A6-C156-3BBCCAC94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0576442A-B8A4-B364-E96D-E03ECD94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8747091-68D1-1847-595E-9F06508FFA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7191614" cy="42652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09598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A1F9A6E-6611-400D-AC56-BFBD40D8B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10931763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1271165-7B4F-0DE3-D11F-633143AB7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39282B8-BB37-D8A0-96B6-7EAEB388B1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5128563" cy="42652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FA50D9-72F2-52CE-4BBC-17C4A1EF72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33200" y="1871999"/>
            <a:ext cx="5128563" cy="42652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2425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52" userDrawn="1">
          <p15:clr>
            <a:srgbClr val="FBAE40"/>
          </p15:clr>
        </p15:guide>
        <p15:guide id="2" pos="362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F1F09E-3F2F-57C0-0DAF-FE360A876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9C049B00-99AD-FED2-0D9E-D9B78C69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77208-2CE9-C34B-9CFF-B6472892C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4680000" cy="42652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0"/>
            <a:ext cx="60948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379641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&amp;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F1F09E-3F2F-57C0-0DAF-FE360A876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C049B00-99AD-FED2-0D9E-D9B78C69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77208-2CE9-C34B-9CFF-B6472892C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4680000" cy="42652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269875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62D5F0CD-4A2C-4A6E-3B6A-6549527360F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81725" y="269875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AE3CE7C2-65F0-F4D9-7D5D-5238A620F7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7200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715904AC-4C84-782E-D3B0-A22D10AE96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81725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83113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&amp;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F1F09E-3F2F-57C0-0DAF-FE360A876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9C049B00-99AD-FED2-0D9E-D9B78C69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77208-2CE9-C34B-9CFF-B6472892C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4680000" cy="42652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269875"/>
            <a:ext cx="5824925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E3CE7C2-65F0-F4D9-7D5D-5238A620F7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7200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715904AC-4C84-782E-D3B0-A22D10AE96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81725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446981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BA0069-657D-36BF-AAC2-768C851CA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B2362A-A647-8347-B65B-9FE62E5ED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A7A830E-4DCA-B305-7E4C-56EE8606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5321538" cy="3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E29B7-E7DB-39EB-F72C-8B7C8FE1D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5321538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5321538" cy="4265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FA50D9-72F2-52CE-4BBC-17C4A1EF72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76000" y="1818000"/>
            <a:ext cx="3672000" cy="3843248"/>
          </a:xfrm>
        </p:spPr>
        <p:txBody>
          <a:bodyPr anchor="ctr" anchorCtr="0"/>
          <a:lstStyle>
            <a:lvl1pPr algn="ctr">
              <a:defRPr sz="1500"/>
            </a:lvl1pPr>
            <a:lvl2pPr algn="ctr">
              <a:spcBef>
                <a:spcPts val="2200"/>
              </a:spcBef>
              <a:buNone/>
              <a:defRPr sz="1800" cap="all" baseline="0">
                <a:latin typeface="+mj-lt"/>
              </a:defRPr>
            </a:lvl2pPr>
            <a:lvl3pPr marL="216000">
              <a:defRPr/>
            </a:lvl3pPr>
            <a:lvl4pPr marL="432000">
              <a:defRPr/>
            </a:lvl4pPr>
            <a:lvl5pPr marL="648000">
              <a:defRPr/>
            </a:lvl5pPr>
            <a:lvl6pPr marL="864000">
              <a:defRPr/>
            </a:lvl6pPr>
            <a:lvl7pPr marL="1080000">
              <a:defRPr/>
            </a:lvl7pPr>
            <a:lvl8pPr marL="1296000">
              <a:defRPr/>
            </a:lvl8pPr>
            <a:lvl9pPr marL="1512000"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13" name="Top Quote Mark">
            <a:extLst>
              <a:ext uri="{FF2B5EF4-FFF2-40B4-BE49-F238E27FC236}">
                <a16:creationId xmlns:a16="http://schemas.microsoft.com/office/drawing/2014/main" id="{BC2D84FB-556A-F0DB-803F-87C4B1C06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7378477" y="757821"/>
            <a:ext cx="706055" cy="703125"/>
          </a:xfrm>
          <a:prstGeom prst="rect">
            <a:avLst/>
          </a:prstGeom>
        </p:spPr>
      </p:pic>
      <p:pic>
        <p:nvPicPr>
          <p:cNvPr id="14" name="Bottom Quote Mark">
            <a:extLst>
              <a:ext uri="{FF2B5EF4-FFF2-40B4-BE49-F238E27FC236}">
                <a16:creationId xmlns:a16="http://schemas.microsoft.com/office/drawing/2014/main" id="{7EA3468D-F00C-0DB6-4D4E-943052B7E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52" y="5307290"/>
            <a:ext cx="706055" cy="70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765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py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5" name="Line Placeholder 1">
            <a:extLst>
              <a:ext uri="{FF2B5EF4-FFF2-40B4-BE49-F238E27FC236}">
                <a16:creationId xmlns:a16="http://schemas.microsoft.com/office/drawing/2014/main" id="{8D6C0A90-8E2E-C77F-D468-DACAC22E3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9700" y="2001600"/>
            <a:ext cx="3240000" cy="12700"/>
          </a:xfrm>
          <a:solidFill>
            <a:schemeClr val="bg1"/>
          </a:solidFill>
        </p:spPr>
        <p:txBody>
          <a:bodyPr/>
          <a:lstStyle>
            <a:lvl1pPr>
              <a:defRPr sz="100">
                <a:noFill/>
              </a:defRPr>
            </a:lvl1pPr>
            <a:lvl5pPr>
              <a:defRPr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180CC1E1-5E77-289A-4BDE-C6F09AE32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9700" y="684000"/>
            <a:ext cx="3446700" cy="792000"/>
          </a:xfrm>
        </p:spPr>
        <p:txBody>
          <a:bodyPr anchor="b"/>
          <a:lstStyle>
            <a:lvl1pPr>
              <a:lnSpc>
                <a:spcPct val="8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6B7F463-6EFB-2B55-1D24-E8865BA786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9700" y="1620000"/>
            <a:ext cx="53073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F4D5B53-99E9-59D5-57A8-AE7CF70A4F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9700" y="2426049"/>
            <a:ext cx="5307300" cy="3711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21694DF7-D5CA-DFDD-6359-F1BD5E601A6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700" y="269875"/>
            <a:ext cx="5689600" cy="631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850010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&amp; 1 Large + 3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0" name="Line Placeholder 1">
            <a:extLst>
              <a:ext uri="{FF2B5EF4-FFF2-40B4-BE49-F238E27FC236}">
                <a16:creationId xmlns:a16="http://schemas.microsoft.com/office/drawing/2014/main" id="{D599508D-132D-1E77-D4B7-4DF2D49C0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2001600"/>
            <a:ext cx="3240000" cy="12700"/>
          </a:xfrm>
          <a:solidFill>
            <a:schemeClr val="bg1"/>
          </a:solidFill>
        </p:spPr>
        <p:txBody>
          <a:bodyPr/>
          <a:lstStyle>
            <a:lvl1pPr>
              <a:defRPr sz="100">
                <a:noFill/>
              </a:defRPr>
            </a:lvl1pPr>
            <a:lvl5pPr>
              <a:defRPr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049B00-99AD-FED2-0D9E-D9B78C69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684000"/>
            <a:ext cx="3446700" cy="792000"/>
          </a:xfrm>
        </p:spPr>
        <p:txBody>
          <a:bodyPr/>
          <a:lstStyle>
            <a:lvl1pPr>
              <a:lnSpc>
                <a:spcPct val="80000"/>
              </a:lnSpc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77208-2CE9-C34B-9CFF-B6472892C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620000"/>
            <a:ext cx="34467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2426049"/>
            <a:ext cx="3446700" cy="371122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80000" y="269875"/>
            <a:ext cx="2106000" cy="200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7A769457-092F-6EBC-6A80-D889CCE90D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30000" y="269875"/>
            <a:ext cx="4995300" cy="631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0" name="Picture Placeholder 1">
            <a:extLst>
              <a:ext uri="{FF2B5EF4-FFF2-40B4-BE49-F238E27FC236}">
                <a16:creationId xmlns:a16="http://schemas.microsoft.com/office/drawing/2014/main" id="{36CB6518-772F-63EE-A720-F778CE56A46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80000" y="2424475"/>
            <a:ext cx="2106000" cy="200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D5EFF7DF-9C29-EEA0-75ED-7E3152CB2C9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680000" y="4579076"/>
            <a:ext cx="2106000" cy="200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07021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144F5B7-9178-D5DF-F27D-7A5BFC5C5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0000" y="270000"/>
            <a:ext cx="11653200" cy="631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723694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Only and captions - Mood Board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144F5B7-9178-D5DF-F27D-7A5BFC5C5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6700" y="270000"/>
            <a:ext cx="3767859" cy="430801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47784BBE-78BB-CB75-D971-A5C5CBFEC1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1921" y="270000"/>
            <a:ext cx="1377696" cy="13203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1D995D4C-AEBA-3E7D-01EF-C29611D4F8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22111" y="270000"/>
            <a:ext cx="1377696" cy="13203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0F7F70D-8D2B-25AD-9C76-3B630E17DC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76591" y="270000"/>
            <a:ext cx="1377696" cy="13203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B2D331DA-335D-E9ED-B1C2-3355AACDE9C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96781" y="270000"/>
            <a:ext cx="3131694" cy="42983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034CAB96-C709-D0B8-8AD8-2DD8A18FBF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76591" y="1721610"/>
            <a:ext cx="1377696" cy="285640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AE6B9DA-8EFD-FF97-AB49-5C4F5BF17D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01921" y="1721610"/>
            <a:ext cx="2897886" cy="283763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174A9141-FD12-0792-274B-293F062E501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96781" y="4763902"/>
            <a:ext cx="3131694" cy="182757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2F9BCE6-3AAC-70F1-B81A-759783707EC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58570" y="4763902"/>
            <a:ext cx="3818129" cy="182757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93571F75-0B86-81BC-8D3B-E47F44F7AB0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01920" y="4763902"/>
            <a:ext cx="4444192" cy="182757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1FD0C50F-8B7E-87EB-C3F8-4388E11A16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6699" y="4365104"/>
            <a:ext cx="3767859" cy="212910"/>
          </a:xfrm>
          <a:solidFill>
            <a:schemeClr val="tx2"/>
          </a:solidFill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defRPr sz="900" b="1"/>
            </a:lvl1pPr>
            <a:lvl5pPr>
              <a:defRPr/>
            </a:lvl5pPr>
          </a:lstStyle>
          <a:p>
            <a:pPr lvl="0"/>
            <a:r>
              <a:rPr lang="en-GB"/>
              <a:t>Caption copy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886486CE-C516-0C32-2F7D-DAFFA76761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6699" y="6388214"/>
            <a:ext cx="3767859" cy="212910"/>
          </a:xfrm>
          <a:solidFill>
            <a:schemeClr val="tx2"/>
          </a:solidFill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defRPr sz="900" b="1"/>
            </a:lvl1pPr>
            <a:lvl5pPr>
              <a:defRPr/>
            </a:lvl5pPr>
          </a:lstStyle>
          <a:p>
            <a:pPr lvl="0"/>
            <a:r>
              <a:rPr lang="en-GB"/>
              <a:t>Caption copy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5AA3B70A-A007-844F-FCCA-C7230613B9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8620" y="4365104"/>
            <a:ext cx="2897886" cy="194140"/>
          </a:xfrm>
          <a:solidFill>
            <a:schemeClr val="tx2"/>
          </a:solidFill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defRPr sz="900" b="1"/>
            </a:lvl1pPr>
            <a:lvl5pPr>
              <a:defRPr/>
            </a:lvl5pPr>
          </a:lstStyle>
          <a:p>
            <a:pPr lvl="0"/>
            <a:r>
              <a:rPr lang="en-GB"/>
              <a:t>Caption copy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528318F6-C2B0-B152-027A-5ABCED72B4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8619" y="6388213"/>
            <a:ext cx="4444192" cy="214199"/>
          </a:xfrm>
          <a:solidFill>
            <a:schemeClr val="tx2"/>
          </a:solidFill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defRPr sz="900" b="1"/>
            </a:lvl1pPr>
            <a:lvl5pPr>
              <a:defRPr/>
            </a:lvl5pPr>
          </a:lstStyle>
          <a:p>
            <a:pPr lvl="0"/>
            <a:r>
              <a:rPr lang="en-GB"/>
              <a:t>Caption copy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783A8318-F5B8-0634-2832-983D7AA4C9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82049" y="6388214"/>
            <a:ext cx="3151381" cy="212910"/>
          </a:xfrm>
          <a:solidFill>
            <a:schemeClr val="tx2"/>
          </a:solidFill>
        </p:spPr>
        <p:txBody>
          <a:bodyPr anchor="ctr"/>
          <a:lstStyle>
            <a:lvl1pPr algn="ctr">
              <a:lnSpc>
                <a:spcPct val="90000"/>
              </a:lnSpc>
              <a:spcBef>
                <a:spcPts val="0"/>
              </a:spcBef>
              <a:defRPr sz="900" b="1"/>
            </a:lvl1pPr>
            <a:lvl5pPr>
              <a:defRPr/>
            </a:lvl5pPr>
          </a:lstStyle>
          <a:p>
            <a:pPr lvl="0"/>
            <a:r>
              <a:rPr lang="en-GB"/>
              <a:t>Caption copy</a:t>
            </a:r>
          </a:p>
        </p:txBody>
      </p:sp>
    </p:spTree>
    <p:extLst>
      <p:ext uri="{BB962C8B-B14F-4D97-AF65-F5344CB8AC3E}">
        <p14:creationId xmlns:p14="http://schemas.microsoft.com/office/powerpoint/2010/main" val="23655049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Only + D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B909C41-61D5-A621-5916-3DF8A7C00A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19" t="3184" r="1846" b="3208"/>
          <a:stretch>
            <a:fillRect/>
          </a:stretch>
        </p:blipFill>
        <p:spPr>
          <a:xfrm>
            <a:off x="221848" y="219919"/>
            <a:ext cx="11748304" cy="6418162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144F5B7-9178-D5DF-F27D-7A5BFC5C5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6000" y="540000"/>
            <a:ext cx="10321200" cy="577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943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144F5B7-9178-D5DF-F27D-7A5BFC5C5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0000" y="1656000"/>
            <a:ext cx="11653200" cy="49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5D47E-898D-60B5-E55A-369822274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8EDE3-69B6-9CC4-72BA-2AD1DFCB0D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969369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144F5B7-9178-D5DF-F27D-7A5BFC5C5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0000" y="1656000"/>
            <a:ext cx="5760000" cy="49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5D47E-898D-60B5-E55A-36982227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10931763" cy="360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8EDE3-69B6-9CC4-72BA-2AD1DFCB0D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4B651D89-F72C-7FD4-9D56-CB2E3E6A40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6423" y="1656000"/>
            <a:ext cx="5760000" cy="49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282484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cial Media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0" name="Background Box 1">
            <a:extLst>
              <a:ext uri="{FF2B5EF4-FFF2-40B4-BE49-F238E27FC236}">
                <a16:creationId xmlns:a16="http://schemas.microsoft.com/office/drawing/2014/main" id="{54D89611-BD66-3EDB-EAE5-022A4536B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000" y="1314000"/>
            <a:ext cx="2520000" cy="4896891"/>
          </a:xfrm>
          <a:prstGeom prst="rect">
            <a:avLst/>
          </a:prstGeom>
        </p:spPr>
      </p:pic>
      <p:pic>
        <p:nvPicPr>
          <p:cNvPr id="20" name="Background Box 2">
            <a:extLst>
              <a:ext uri="{FF2B5EF4-FFF2-40B4-BE49-F238E27FC236}">
                <a16:creationId xmlns:a16="http://schemas.microsoft.com/office/drawing/2014/main" id="{8FDFDA6E-779C-398C-3850-889BC80CC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3921" y="1314000"/>
            <a:ext cx="2520000" cy="4896891"/>
          </a:xfrm>
          <a:prstGeom prst="rect">
            <a:avLst/>
          </a:prstGeom>
        </p:spPr>
      </p:pic>
      <p:pic>
        <p:nvPicPr>
          <p:cNvPr id="24" name="Background Box 3">
            <a:extLst>
              <a:ext uri="{FF2B5EF4-FFF2-40B4-BE49-F238E27FC236}">
                <a16:creationId xmlns:a16="http://schemas.microsoft.com/office/drawing/2014/main" id="{AF1F86E9-4AC8-6DD7-531F-A455E412A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7843" y="1314000"/>
            <a:ext cx="2520000" cy="4896891"/>
          </a:xfrm>
          <a:prstGeom prst="rect">
            <a:avLst/>
          </a:prstGeom>
        </p:spPr>
      </p:pic>
      <p:pic>
        <p:nvPicPr>
          <p:cNvPr id="28" name="Background Box 4">
            <a:extLst>
              <a:ext uri="{FF2B5EF4-FFF2-40B4-BE49-F238E27FC236}">
                <a16:creationId xmlns:a16="http://schemas.microsoft.com/office/drawing/2014/main" id="{B7D6F90C-3ACD-6424-7B7A-8A39E74A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1763" y="1314000"/>
            <a:ext cx="2520000" cy="4896891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26EBB5E5-E0B5-87D9-1BF4-3D4F0D76D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10931763" cy="360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4" name="Text Placeholder 1a">
            <a:extLst>
              <a:ext uri="{FF2B5EF4-FFF2-40B4-BE49-F238E27FC236}">
                <a16:creationId xmlns:a16="http://schemas.microsoft.com/office/drawing/2014/main" id="{C3357822-3DF8-2E4A-2803-968DB49F4E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000" y="1404000"/>
            <a:ext cx="2520000" cy="720000"/>
          </a:xfrm>
        </p:spPr>
        <p:txBody>
          <a:bodyPr lIns="180000" rIns="180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1">
            <a:extLst>
              <a:ext uri="{FF2B5EF4-FFF2-40B4-BE49-F238E27FC236}">
                <a16:creationId xmlns:a16="http://schemas.microsoft.com/office/drawing/2014/main" id="{1104542F-D10E-FF8A-0FAC-B1D5481F0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000" y="2106000"/>
            <a:ext cx="2160000" cy="3204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9" name="Text Placeholder 1b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5346000"/>
            <a:ext cx="2520000" cy="788100"/>
          </a:xfrm>
        </p:spPr>
        <p:txBody>
          <a:bodyPr lIns="180000" rIns="180000" anchor="ctr" anchorCtr="0"/>
          <a:lstStyle>
            <a:lvl1pPr algn="ctr">
              <a:defRPr sz="11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2a">
            <a:extLst>
              <a:ext uri="{FF2B5EF4-FFF2-40B4-BE49-F238E27FC236}">
                <a16:creationId xmlns:a16="http://schemas.microsoft.com/office/drawing/2014/main" id="{BAA3770C-1772-2246-B335-050C7C1F42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33921" y="1404000"/>
            <a:ext cx="2520000" cy="720000"/>
          </a:xfrm>
        </p:spPr>
        <p:txBody>
          <a:bodyPr lIns="180000" rIns="180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0F4E308F-0B24-3BB8-B860-0F3A83040F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13921" y="2106000"/>
            <a:ext cx="2160000" cy="3204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1" name="Text Placeholder 2b">
            <a:extLst>
              <a:ext uri="{FF2B5EF4-FFF2-40B4-BE49-F238E27FC236}">
                <a16:creationId xmlns:a16="http://schemas.microsoft.com/office/drawing/2014/main" id="{FF18DE8C-39C0-39B1-FFC1-5A40DF3094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33921" y="5346000"/>
            <a:ext cx="2520000" cy="788100"/>
          </a:xfrm>
        </p:spPr>
        <p:txBody>
          <a:bodyPr lIns="180000" rIns="180000" anchor="ctr" anchorCtr="0"/>
          <a:lstStyle>
            <a:lvl1pPr algn="ctr">
              <a:defRPr sz="11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a">
            <a:extLst>
              <a:ext uri="{FF2B5EF4-FFF2-40B4-BE49-F238E27FC236}">
                <a16:creationId xmlns:a16="http://schemas.microsoft.com/office/drawing/2014/main" id="{0632CC88-72EB-892D-0997-CD536F6BC8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843" y="1404000"/>
            <a:ext cx="2520000" cy="720000"/>
          </a:xfrm>
        </p:spPr>
        <p:txBody>
          <a:bodyPr lIns="180000" rIns="180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E1979709-0AE0-9F67-57C3-946C5F50D05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417842" y="2106000"/>
            <a:ext cx="2160000" cy="3204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5" name="Text Placeholder 3b">
            <a:extLst>
              <a:ext uri="{FF2B5EF4-FFF2-40B4-BE49-F238E27FC236}">
                <a16:creationId xmlns:a16="http://schemas.microsoft.com/office/drawing/2014/main" id="{C759254B-37C5-5694-8297-CFDAA87B5F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37843" y="5346000"/>
            <a:ext cx="2520000" cy="788100"/>
          </a:xfrm>
        </p:spPr>
        <p:txBody>
          <a:bodyPr lIns="180000" rIns="180000" anchor="ctr" anchorCtr="0"/>
          <a:lstStyle>
            <a:lvl1pPr algn="ctr">
              <a:defRPr sz="11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4a">
            <a:extLst>
              <a:ext uri="{FF2B5EF4-FFF2-40B4-BE49-F238E27FC236}">
                <a16:creationId xmlns:a16="http://schemas.microsoft.com/office/drawing/2014/main" id="{AD66C8DD-6669-16FE-DDB8-A8A5EEC298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41763" y="1404000"/>
            <a:ext cx="2520000" cy="720000"/>
          </a:xfrm>
        </p:spPr>
        <p:txBody>
          <a:bodyPr lIns="180000" rIns="180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FEED8DB5-71CF-3C36-F7CC-F4DA4FAA074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221763" y="2106000"/>
            <a:ext cx="2160000" cy="3204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9" name="Text Placeholder 4b">
            <a:extLst>
              <a:ext uri="{FF2B5EF4-FFF2-40B4-BE49-F238E27FC236}">
                <a16:creationId xmlns:a16="http://schemas.microsoft.com/office/drawing/2014/main" id="{8710E4BC-0B38-78D0-337F-A122628DE5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41763" y="5346000"/>
            <a:ext cx="2520000" cy="788100"/>
          </a:xfrm>
        </p:spPr>
        <p:txBody>
          <a:bodyPr lIns="180000" rIns="180000" anchor="ctr" anchorCtr="0"/>
          <a:lstStyle>
            <a:lvl1pPr algn="ctr">
              <a:defRPr sz="11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0802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cial Media x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6EBB5E5-E0B5-87D9-1BF4-3D4F0D76D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684000"/>
            <a:ext cx="2700000" cy="792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18" name="Background Box 1">
            <a:extLst>
              <a:ext uri="{FF2B5EF4-FFF2-40B4-BE49-F238E27FC236}">
                <a16:creationId xmlns:a16="http://schemas.microsoft.com/office/drawing/2014/main" id="{D970F1F7-5356-A8EC-D4B8-597344C445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6000" y="3402000"/>
            <a:ext cx="2448000" cy="2808000"/>
          </a:xfrm>
          <a:prstGeom prst="rect">
            <a:avLst/>
          </a:prstGeom>
        </p:spPr>
      </p:pic>
      <p:sp>
        <p:nvSpPr>
          <p:cNvPr id="22" name="Text Placeholder 1a">
            <a:extLst>
              <a:ext uri="{FF2B5EF4-FFF2-40B4-BE49-F238E27FC236}">
                <a16:creationId xmlns:a16="http://schemas.microsoft.com/office/drawing/2014/main" id="{BAA3770C-1772-2246-B335-050C7C1F42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36000" y="3564000"/>
            <a:ext cx="2448000" cy="360000"/>
          </a:xfrm>
        </p:spPr>
        <p:txBody>
          <a:bodyPr lIns="180000" rIns="180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0F4E308F-0B24-3BB8-B860-0F3A83040F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16000" y="3996000"/>
            <a:ext cx="2088000" cy="1332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1" name="Text Placeholder 1b">
            <a:extLst>
              <a:ext uri="{FF2B5EF4-FFF2-40B4-BE49-F238E27FC236}">
                <a16:creationId xmlns:a16="http://schemas.microsoft.com/office/drawing/2014/main" id="{FF18DE8C-39C0-39B1-FFC1-5A40DF3094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36000" y="5364000"/>
            <a:ext cx="2448000" cy="788100"/>
          </a:xfrm>
        </p:spPr>
        <p:txBody>
          <a:bodyPr lIns="180000" rIns="180000" anchor="ctr" anchorCtr="0"/>
          <a:lstStyle>
            <a:lvl1pPr algn="ctr">
              <a:defRPr sz="11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2" name="Background Box 1">
            <a:extLst>
              <a:ext uri="{FF2B5EF4-FFF2-40B4-BE49-F238E27FC236}">
                <a16:creationId xmlns:a16="http://schemas.microsoft.com/office/drawing/2014/main" id="{AA394F73-9BE1-996C-490D-9D7B6DD9D1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4881" y="3402000"/>
            <a:ext cx="2448000" cy="2808000"/>
          </a:xfrm>
          <a:prstGeom prst="rect">
            <a:avLst/>
          </a:prstGeom>
        </p:spPr>
      </p:pic>
      <p:sp>
        <p:nvSpPr>
          <p:cNvPr id="33" name="Text Placeholder 1a">
            <a:extLst>
              <a:ext uri="{FF2B5EF4-FFF2-40B4-BE49-F238E27FC236}">
                <a16:creationId xmlns:a16="http://schemas.microsoft.com/office/drawing/2014/main" id="{7DD0A962-6C4D-DDCF-0A4F-A2E91A8CAA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74881" y="3564000"/>
            <a:ext cx="2448000" cy="360000"/>
          </a:xfrm>
        </p:spPr>
        <p:txBody>
          <a:bodyPr lIns="180000" rIns="180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4" name="Picture Placeholder 1">
            <a:extLst>
              <a:ext uri="{FF2B5EF4-FFF2-40B4-BE49-F238E27FC236}">
                <a16:creationId xmlns:a16="http://schemas.microsoft.com/office/drawing/2014/main" id="{F64474ED-9670-543B-0BF3-36D97FFEE1C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54881" y="3996000"/>
            <a:ext cx="2088000" cy="1332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35" name="Text Placeholder 1b">
            <a:extLst>
              <a:ext uri="{FF2B5EF4-FFF2-40B4-BE49-F238E27FC236}">
                <a16:creationId xmlns:a16="http://schemas.microsoft.com/office/drawing/2014/main" id="{0D5D44BE-54BE-2EFF-8379-782625D4E8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74881" y="5364000"/>
            <a:ext cx="2448000" cy="788100"/>
          </a:xfrm>
        </p:spPr>
        <p:txBody>
          <a:bodyPr lIns="180000" rIns="180000" anchor="ctr" anchorCtr="0"/>
          <a:lstStyle>
            <a:lvl1pPr algn="ctr">
              <a:defRPr sz="11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6" name="Background Box 1">
            <a:extLst>
              <a:ext uri="{FF2B5EF4-FFF2-40B4-BE49-F238E27FC236}">
                <a16:creationId xmlns:a16="http://schemas.microsoft.com/office/drawing/2014/main" id="{BFE63DC1-CD83-C6E1-F7C5-C9C7E9B3A9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3763" y="3402000"/>
            <a:ext cx="2448000" cy="2808000"/>
          </a:xfrm>
          <a:prstGeom prst="rect">
            <a:avLst/>
          </a:prstGeom>
        </p:spPr>
      </p:pic>
      <p:sp>
        <p:nvSpPr>
          <p:cNvPr id="37" name="Text Placeholder 1a">
            <a:extLst>
              <a:ext uri="{FF2B5EF4-FFF2-40B4-BE49-F238E27FC236}">
                <a16:creationId xmlns:a16="http://schemas.microsoft.com/office/drawing/2014/main" id="{6AF54C11-83A0-1E83-1D2B-BDF9C7550D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3763" y="3564000"/>
            <a:ext cx="2448000" cy="360000"/>
          </a:xfrm>
        </p:spPr>
        <p:txBody>
          <a:bodyPr lIns="180000" rIns="180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8" name="Picture Placeholder 1">
            <a:extLst>
              <a:ext uri="{FF2B5EF4-FFF2-40B4-BE49-F238E27FC236}">
                <a16:creationId xmlns:a16="http://schemas.microsoft.com/office/drawing/2014/main" id="{E7807CF8-CAA4-2329-5D0E-AB6ED6A8B7C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293763" y="3996000"/>
            <a:ext cx="2088000" cy="1332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39" name="Text Placeholder 1b">
            <a:extLst>
              <a:ext uri="{FF2B5EF4-FFF2-40B4-BE49-F238E27FC236}">
                <a16:creationId xmlns:a16="http://schemas.microsoft.com/office/drawing/2014/main" id="{80A6C67F-E800-22AF-2ECE-8B2904D1CD7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13763" y="5364000"/>
            <a:ext cx="2448000" cy="788100"/>
          </a:xfrm>
        </p:spPr>
        <p:txBody>
          <a:bodyPr lIns="180000" rIns="180000" anchor="ctr" anchorCtr="0"/>
          <a:lstStyle>
            <a:lvl1pPr algn="ctr">
              <a:defRPr sz="11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0" name="Background Box 1">
            <a:extLst>
              <a:ext uri="{FF2B5EF4-FFF2-40B4-BE49-F238E27FC236}">
                <a16:creationId xmlns:a16="http://schemas.microsoft.com/office/drawing/2014/main" id="{B7709871-F1C8-36D8-F1F3-9E47CF2AB7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8000" y="414000"/>
            <a:ext cx="2448000" cy="2808000"/>
          </a:xfrm>
          <a:prstGeom prst="rect">
            <a:avLst/>
          </a:prstGeom>
        </p:spPr>
      </p:pic>
      <p:sp>
        <p:nvSpPr>
          <p:cNvPr id="41" name="Text Placeholder 1a">
            <a:extLst>
              <a:ext uri="{FF2B5EF4-FFF2-40B4-BE49-F238E27FC236}">
                <a16:creationId xmlns:a16="http://schemas.microsoft.com/office/drawing/2014/main" id="{1CE6B103-0AB2-6243-180F-BD652D78CC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48000" y="576000"/>
            <a:ext cx="2448000" cy="360000"/>
          </a:xfrm>
        </p:spPr>
        <p:txBody>
          <a:bodyPr lIns="180000" rIns="180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42" name="Picture Placeholder 1">
            <a:extLst>
              <a:ext uri="{FF2B5EF4-FFF2-40B4-BE49-F238E27FC236}">
                <a16:creationId xmlns:a16="http://schemas.microsoft.com/office/drawing/2014/main" id="{B4BEA57E-6273-E3B8-C033-8A92E96883D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000" y="1008000"/>
            <a:ext cx="2088000" cy="1332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3" name="Text Placeholder 1b">
            <a:extLst>
              <a:ext uri="{FF2B5EF4-FFF2-40B4-BE49-F238E27FC236}">
                <a16:creationId xmlns:a16="http://schemas.microsoft.com/office/drawing/2014/main" id="{7F69F1B1-7F60-24BB-64BC-15A5057EF06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648000" y="2376000"/>
            <a:ext cx="2448000" cy="788100"/>
          </a:xfrm>
        </p:spPr>
        <p:txBody>
          <a:bodyPr lIns="180000" rIns="180000" anchor="ctr" anchorCtr="0"/>
          <a:lstStyle>
            <a:lvl1pPr algn="ctr">
              <a:defRPr sz="11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4" name="Background Box 1">
            <a:extLst>
              <a:ext uri="{FF2B5EF4-FFF2-40B4-BE49-F238E27FC236}">
                <a16:creationId xmlns:a16="http://schemas.microsoft.com/office/drawing/2014/main" id="{EFF96EE0-40AF-A7C2-7631-B4DBE464D9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6881" y="414000"/>
            <a:ext cx="2448000" cy="2808000"/>
          </a:xfrm>
          <a:prstGeom prst="rect">
            <a:avLst/>
          </a:prstGeom>
        </p:spPr>
      </p:pic>
      <p:sp>
        <p:nvSpPr>
          <p:cNvPr id="45" name="Text Placeholder 1a">
            <a:extLst>
              <a:ext uri="{FF2B5EF4-FFF2-40B4-BE49-F238E27FC236}">
                <a16:creationId xmlns:a16="http://schemas.microsoft.com/office/drawing/2014/main" id="{83F1C859-8279-1D4A-1A37-306F46359CD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6881" y="576000"/>
            <a:ext cx="2448000" cy="360000"/>
          </a:xfrm>
        </p:spPr>
        <p:txBody>
          <a:bodyPr lIns="180000" rIns="180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46" name="Picture Placeholder 1">
            <a:extLst>
              <a:ext uri="{FF2B5EF4-FFF2-40B4-BE49-F238E27FC236}">
                <a16:creationId xmlns:a16="http://schemas.microsoft.com/office/drawing/2014/main" id="{C8137B5C-9FD6-ED2E-6153-6E6433EFFEA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566881" y="1008000"/>
            <a:ext cx="2088000" cy="1332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7" name="Text Placeholder 1b">
            <a:extLst>
              <a:ext uri="{FF2B5EF4-FFF2-40B4-BE49-F238E27FC236}">
                <a16:creationId xmlns:a16="http://schemas.microsoft.com/office/drawing/2014/main" id="{D14A18B2-B944-76F2-0E52-BBF8B67CC7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86881" y="2376000"/>
            <a:ext cx="2448000" cy="788100"/>
          </a:xfrm>
        </p:spPr>
        <p:txBody>
          <a:bodyPr lIns="180000" rIns="180000" anchor="ctr" anchorCtr="0"/>
          <a:lstStyle>
            <a:lvl1pPr algn="ctr">
              <a:defRPr sz="11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8" name="Background Box 1">
            <a:extLst>
              <a:ext uri="{FF2B5EF4-FFF2-40B4-BE49-F238E27FC236}">
                <a16:creationId xmlns:a16="http://schemas.microsoft.com/office/drawing/2014/main" id="{B2983FAB-1C7D-1F38-90BD-15E40002CE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5763" y="414000"/>
            <a:ext cx="2448000" cy="2808000"/>
          </a:xfrm>
          <a:prstGeom prst="rect">
            <a:avLst/>
          </a:prstGeom>
        </p:spPr>
      </p:pic>
      <p:sp>
        <p:nvSpPr>
          <p:cNvPr id="49" name="Text Placeholder 1a">
            <a:extLst>
              <a:ext uri="{FF2B5EF4-FFF2-40B4-BE49-F238E27FC236}">
                <a16:creationId xmlns:a16="http://schemas.microsoft.com/office/drawing/2014/main" id="{89F503C9-3F81-2885-287F-DA0DE18507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25763" y="576000"/>
            <a:ext cx="2448000" cy="360000"/>
          </a:xfrm>
        </p:spPr>
        <p:txBody>
          <a:bodyPr lIns="180000" rIns="180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50" name="Picture Placeholder 1">
            <a:extLst>
              <a:ext uri="{FF2B5EF4-FFF2-40B4-BE49-F238E27FC236}">
                <a16:creationId xmlns:a16="http://schemas.microsoft.com/office/drawing/2014/main" id="{148D8950-F8CB-0E69-D13B-B5A308894D7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305763" y="1008000"/>
            <a:ext cx="2088000" cy="1332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51" name="Text Placeholder 1b">
            <a:extLst>
              <a:ext uri="{FF2B5EF4-FFF2-40B4-BE49-F238E27FC236}">
                <a16:creationId xmlns:a16="http://schemas.microsoft.com/office/drawing/2014/main" id="{2F56950B-9F70-6F8F-61DE-24E1765071C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25763" y="2376000"/>
            <a:ext cx="2448000" cy="788100"/>
          </a:xfrm>
        </p:spPr>
        <p:txBody>
          <a:bodyPr lIns="180000" rIns="180000" anchor="ctr" anchorCtr="0"/>
          <a:lstStyle>
            <a:lvl1pPr algn="ctr">
              <a:defRPr sz="11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Line Placeholder 1">
            <a:extLst>
              <a:ext uri="{FF2B5EF4-FFF2-40B4-BE49-F238E27FC236}">
                <a16:creationId xmlns:a16="http://schemas.microsoft.com/office/drawing/2014/main" id="{89B70822-FD84-63FC-2899-06E46BB92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000" y="2224800"/>
            <a:ext cx="2178000" cy="12700"/>
          </a:xfrm>
          <a:solidFill>
            <a:schemeClr val="bg1"/>
          </a:solidFill>
        </p:spPr>
        <p:txBody>
          <a:bodyPr/>
          <a:lstStyle>
            <a:lvl1pPr>
              <a:defRPr sz="100">
                <a:noFill/>
              </a:defRPr>
            </a:lvl1pPr>
            <a:lvl5pPr>
              <a:defRPr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583A87A5-0700-BF50-0EB5-26AF9089B9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620000"/>
            <a:ext cx="270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55" name="Text Placeholder 8">
            <a:extLst>
              <a:ext uri="{FF2B5EF4-FFF2-40B4-BE49-F238E27FC236}">
                <a16:creationId xmlns:a16="http://schemas.microsoft.com/office/drawing/2014/main" id="{C6149303-DE68-A073-FF93-4173E50FC7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2649601"/>
            <a:ext cx="2700000" cy="34845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59011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Bottom Quote Mark">
            <a:extLst>
              <a:ext uri="{FF2B5EF4-FFF2-40B4-BE49-F238E27FC236}">
                <a16:creationId xmlns:a16="http://schemas.microsoft.com/office/drawing/2014/main" id="{35B292C5-993A-9BE9-696E-148B443BA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4732" y="4773360"/>
            <a:ext cx="1325248" cy="1319748"/>
          </a:xfrm>
          <a:prstGeom prst="rect">
            <a:avLst/>
          </a:prstGeom>
        </p:spPr>
      </p:pic>
      <p:pic>
        <p:nvPicPr>
          <p:cNvPr id="4" name="Top Quote Mark">
            <a:extLst>
              <a:ext uri="{FF2B5EF4-FFF2-40B4-BE49-F238E27FC236}">
                <a16:creationId xmlns:a16="http://schemas.microsoft.com/office/drawing/2014/main" id="{4C823906-6561-012A-DA91-DD7384CD4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562019" y="570678"/>
            <a:ext cx="1325248" cy="131974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FA50D9-72F2-52CE-4BBC-17C4A1EF72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01404" y="1548000"/>
            <a:ext cx="7189192" cy="4104456"/>
          </a:xfrm>
        </p:spPr>
        <p:txBody>
          <a:bodyPr anchor="ctr" anchorCtr="0"/>
          <a:lstStyle>
            <a:lvl1pPr algn="ctr">
              <a:defRPr sz="1800"/>
            </a:lvl1pPr>
            <a:lvl2pPr algn="ctr">
              <a:spcBef>
                <a:spcPts val="3000"/>
              </a:spcBef>
              <a:buNone/>
              <a:defRPr sz="2400" cap="all" baseline="0">
                <a:latin typeface="+mj-lt"/>
              </a:defRPr>
            </a:lvl2pPr>
            <a:lvl3pPr marL="216000">
              <a:defRPr/>
            </a:lvl3pPr>
            <a:lvl4pPr marL="432000">
              <a:defRPr/>
            </a:lvl4pPr>
            <a:lvl5pPr marL="648000">
              <a:defRPr/>
            </a:lvl5pPr>
            <a:lvl6pPr marL="864000">
              <a:defRPr/>
            </a:lvl6pPr>
            <a:lvl7pPr marL="1080000">
              <a:defRPr/>
            </a:lvl7pPr>
            <a:lvl8pPr marL="1296000">
              <a:defRPr/>
            </a:lvl8pPr>
            <a:lvl9pPr marL="1512000"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508450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7FEEF56-AD1B-E5F4-FAC1-0632CF7DA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2739600"/>
            <a:ext cx="452257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1A7A830E-4DCA-B305-7E4C-56EE8606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58000"/>
            <a:ext cx="5322889" cy="1332249"/>
          </a:xfrm>
        </p:spPr>
        <p:txBody>
          <a:bodyPr/>
          <a:lstStyle>
            <a:lvl1pPr>
              <a:lnSpc>
                <a:spcPct val="75000"/>
              </a:lnSpc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1" y="3168001"/>
            <a:ext cx="4320000" cy="2969274"/>
          </a:xfr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bg2"/>
                </a:solidFill>
              </a:defRPr>
            </a:lvl1pPr>
            <a:lvl2pPr>
              <a:lnSpc>
                <a:spcPct val="100000"/>
              </a:lnSpc>
              <a:defRPr sz="1600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defRPr sz="1600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defRPr sz="16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defRPr sz="1600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defRPr sz="1600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defRPr sz="1600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defRPr sz="1600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defRPr sz="1600">
                <a:solidFill>
                  <a:schemeClr val="bg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FA50D9-72F2-52CE-4BBC-17C4A1EF72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1" y="3168001"/>
            <a:ext cx="5448608" cy="2969274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50173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iteri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E351DC-1118-5AAE-F956-7BA993D49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906000"/>
            <a:ext cx="12193200" cy="295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881D5F-87EE-06BE-2326-AA694E3D2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87350" y="6462000"/>
            <a:ext cx="734194" cy="14104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794F0A-9D75-CFE0-F492-C54399A25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E29B7-E7DB-39EB-F72C-8B7C8FE1D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BB6F3C3-8D7F-61BF-D3A6-4D23DD451A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000" y="2358000"/>
            <a:ext cx="1800000" cy="1339200"/>
          </a:xfrm>
        </p:spPr>
        <p:txBody>
          <a:bodyPr anchor="b" anchorCtr="0"/>
          <a:lstStyle>
            <a:lvl1pPr>
              <a:lnSpc>
                <a:spcPct val="73000"/>
              </a:lnSpc>
              <a:spcBef>
                <a:spcPts val="0"/>
              </a:spcBef>
              <a:defRPr sz="3600" cap="all" baseline="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4158000"/>
            <a:ext cx="1800000" cy="1080000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  <a:lvl2pPr>
              <a:defRPr sz="120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1200">
                <a:solidFill>
                  <a:schemeClr val="tx2"/>
                </a:solidFill>
              </a:defRPr>
            </a:lvl6pPr>
            <a:lvl7pPr>
              <a:defRPr sz="1200">
                <a:solidFill>
                  <a:schemeClr val="tx2"/>
                </a:solidFill>
              </a:defRPr>
            </a:lvl7pPr>
            <a:lvl8pPr>
              <a:defRPr sz="1200">
                <a:solidFill>
                  <a:schemeClr val="tx2"/>
                </a:solidFill>
              </a:defRPr>
            </a:lvl8pPr>
            <a:lvl9pPr>
              <a:defRPr sz="12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44A2D61-BF57-D25A-3BEB-C65BA66ED0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57077" y="2358000"/>
            <a:ext cx="1800000" cy="1339200"/>
          </a:xfrm>
        </p:spPr>
        <p:txBody>
          <a:bodyPr anchor="b" anchorCtr="0"/>
          <a:lstStyle>
            <a:lvl1pPr>
              <a:lnSpc>
                <a:spcPct val="73000"/>
              </a:lnSpc>
              <a:spcBef>
                <a:spcPts val="0"/>
              </a:spcBef>
              <a:defRPr sz="3600" cap="all" baseline="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DFA50D9-72F2-52CE-4BBC-17C4A1EF72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57077" y="4158000"/>
            <a:ext cx="1800000" cy="1080000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  <a:lvl2pPr>
              <a:defRPr sz="120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1200">
                <a:solidFill>
                  <a:schemeClr val="tx2"/>
                </a:solidFill>
              </a:defRPr>
            </a:lvl6pPr>
            <a:lvl7pPr>
              <a:defRPr sz="1200">
                <a:solidFill>
                  <a:schemeClr val="tx2"/>
                </a:solidFill>
              </a:defRPr>
            </a:lvl7pPr>
            <a:lvl8pPr>
              <a:defRPr sz="1200">
                <a:solidFill>
                  <a:schemeClr val="tx2"/>
                </a:solidFill>
              </a:defRPr>
            </a:lvl8pPr>
            <a:lvl9pPr>
              <a:defRPr sz="12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FE0A8BB-7BA0-4EE6-64B6-637AB4C550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4154" y="2358000"/>
            <a:ext cx="1800000" cy="1339200"/>
          </a:xfrm>
        </p:spPr>
        <p:txBody>
          <a:bodyPr anchor="b" anchorCtr="0"/>
          <a:lstStyle>
            <a:lvl1pPr>
              <a:lnSpc>
                <a:spcPct val="73000"/>
              </a:lnSpc>
              <a:spcBef>
                <a:spcPts val="0"/>
              </a:spcBef>
              <a:defRPr sz="3600" cap="all" baseline="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3599C13F-1381-D997-00EC-3DD30526A9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84154" y="4158000"/>
            <a:ext cx="1800000" cy="1080000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  <a:lvl2pPr>
              <a:defRPr sz="120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1200">
                <a:solidFill>
                  <a:schemeClr val="tx2"/>
                </a:solidFill>
              </a:defRPr>
            </a:lvl6pPr>
            <a:lvl7pPr>
              <a:defRPr sz="1200">
                <a:solidFill>
                  <a:schemeClr val="tx2"/>
                </a:solidFill>
              </a:defRPr>
            </a:lvl7pPr>
            <a:lvl8pPr>
              <a:defRPr sz="1200">
                <a:solidFill>
                  <a:schemeClr val="tx2"/>
                </a:solidFill>
              </a:defRPr>
            </a:lvl8pPr>
            <a:lvl9pPr>
              <a:defRPr sz="12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B65B49-3099-BF99-B50C-66FC886DD6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11231" y="2358000"/>
            <a:ext cx="1800000" cy="1339200"/>
          </a:xfrm>
        </p:spPr>
        <p:txBody>
          <a:bodyPr anchor="b" anchorCtr="0"/>
          <a:lstStyle>
            <a:lvl1pPr>
              <a:lnSpc>
                <a:spcPct val="73000"/>
              </a:lnSpc>
              <a:spcBef>
                <a:spcPts val="0"/>
              </a:spcBef>
              <a:defRPr sz="3600" cap="all" baseline="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82F3C8C7-2C1C-2B1E-A55B-57042F8810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611231" y="4158000"/>
            <a:ext cx="1800000" cy="1080000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  <a:lvl2pPr>
              <a:defRPr sz="120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1200">
                <a:solidFill>
                  <a:schemeClr val="tx2"/>
                </a:solidFill>
              </a:defRPr>
            </a:lvl6pPr>
            <a:lvl7pPr>
              <a:defRPr sz="1200">
                <a:solidFill>
                  <a:schemeClr val="tx2"/>
                </a:solidFill>
              </a:defRPr>
            </a:lvl7pPr>
            <a:lvl8pPr>
              <a:defRPr sz="1200">
                <a:solidFill>
                  <a:schemeClr val="tx2"/>
                </a:solidFill>
              </a:defRPr>
            </a:lvl8pPr>
            <a:lvl9pPr>
              <a:defRPr sz="12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9AFAD64-5D45-DBC4-97A7-E731941A5A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38309" y="2358000"/>
            <a:ext cx="1800000" cy="1339200"/>
          </a:xfrm>
        </p:spPr>
        <p:txBody>
          <a:bodyPr anchor="b" anchorCtr="0"/>
          <a:lstStyle>
            <a:lvl1pPr>
              <a:lnSpc>
                <a:spcPct val="73000"/>
              </a:lnSpc>
              <a:spcBef>
                <a:spcPts val="0"/>
              </a:spcBef>
              <a:defRPr sz="3600" cap="all" baseline="0">
                <a:solidFill>
                  <a:schemeClr val="bg2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817B60B2-F160-685C-7100-58E4ABF4B2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38309" y="4158000"/>
            <a:ext cx="1800000" cy="1080000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  <a:lvl2pPr>
              <a:defRPr sz="120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1200">
                <a:solidFill>
                  <a:schemeClr val="tx2"/>
                </a:solidFill>
              </a:defRPr>
            </a:lvl6pPr>
            <a:lvl7pPr>
              <a:defRPr sz="1200">
                <a:solidFill>
                  <a:schemeClr val="tx2"/>
                </a:solidFill>
              </a:defRPr>
            </a:lvl7pPr>
            <a:lvl8pPr>
              <a:defRPr sz="1200">
                <a:solidFill>
                  <a:schemeClr val="tx2"/>
                </a:solidFill>
              </a:defRPr>
            </a:lvl8pPr>
            <a:lvl9pPr>
              <a:defRPr sz="12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1785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702C9A-D37A-8250-C45E-3A783FE56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9852" t="3262" r="1822" b="3124"/>
          <a:stretch>
            <a:fillRect/>
          </a:stretch>
        </p:blipFill>
        <p:spPr>
          <a:xfrm>
            <a:off x="8516401" y="225425"/>
            <a:ext cx="3453349" cy="641667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123835E-D96C-D4A2-023E-50E24021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900000"/>
            <a:ext cx="5605700" cy="3978000"/>
          </a:xfrm>
        </p:spPr>
        <p:txBody>
          <a:bodyPr anchor="b" anchorCtr="0"/>
          <a:lstStyle>
            <a:lvl1pPr>
              <a:lnSpc>
                <a:spcPct val="73000"/>
              </a:lnSpc>
              <a:defRPr sz="8800" spc="-15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 hasCustomPrompt="1"/>
          </p:nvPr>
        </p:nvSpPr>
        <p:spPr>
          <a:xfrm>
            <a:off x="630000" y="6093296"/>
            <a:ext cx="5605700" cy="49470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Insert email address</a:t>
            </a:r>
            <a:br>
              <a:rPr lang="en-GB" noProof="0"/>
            </a:br>
            <a:r>
              <a:rPr lang="en-GB" noProof="0"/>
              <a:t>and web address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3EC7D56A-2C59-A2BB-F6A9-B9F8EE24C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0000" y="5547051"/>
            <a:ext cx="1337647" cy="25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4570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A82E14-D7FC-7682-5684-6C91C8BC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B1150F3-80B8-11C6-2122-F6CDBA8B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7CFC252-DC84-D954-6AC6-4D36841F4808}"/>
              </a:ext>
            </a:extLst>
          </p:cNvPr>
          <p:cNvSpPr/>
          <p:nvPr userDrawn="1"/>
        </p:nvSpPr>
        <p:spPr>
          <a:xfrm>
            <a:off x="635000" y="1585349"/>
            <a:ext cx="3441700" cy="4241143"/>
          </a:xfrm>
          <a:prstGeom prst="roundRect">
            <a:avLst>
              <a:gd name="adj" fmla="val 5502"/>
            </a:avLst>
          </a:prstGeom>
          <a:noFill/>
          <a:ln w="25400">
            <a:solidFill>
              <a:srgbClr val="46DE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2C55E4B-201A-C3F2-B21A-16DFE4ACFB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83432" y="4717377"/>
            <a:ext cx="864368" cy="862857"/>
          </a:xfrm>
          <a:prstGeom prst="ellipse">
            <a:avLst/>
          </a:prstGeom>
          <a:ln w="38100">
            <a:solidFill>
              <a:srgbClr val="46DE6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42BFF16-7F8C-C685-032D-40CBB6C2D6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031262" y="4918365"/>
            <a:ext cx="1904498" cy="242150"/>
          </a:xfrm>
        </p:spPr>
        <p:txBody>
          <a:bodyPr/>
          <a:lstStyle>
            <a:lvl1pPr algn="l">
              <a:spcBef>
                <a:spcPts val="0"/>
              </a:spcBef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4D364C6-A28C-3DF6-F75A-42144149F6C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031262" y="5187783"/>
            <a:ext cx="1904498" cy="185433"/>
          </a:xfrm>
        </p:spPr>
        <p:txBody>
          <a:bodyPr/>
          <a:lstStyle>
            <a:lvl1pPr algn="l"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4" name="Text Placeholder 2b">
            <a:extLst>
              <a:ext uri="{FF2B5EF4-FFF2-40B4-BE49-F238E27FC236}">
                <a16:creationId xmlns:a16="http://schemas.microsoft.com/office/drawing/2014/main" id="{01E2B1A9-9413-2DF7-7BA7-656EE5D530C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1694" y="1939635"/>
            <a:ext cx="2736304" cy="2458422"/>
          </a:xfrm>
        </p:spPr>
        <p:txBody>
          <a:bodyPr lIns="180000" rIns="180000" anchor="ctr" anchorCtr="0"/>
          <a:lstStyle>
            <a:lvl1pPr algn="ctr">
              <a:defRPr sz="12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change cope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9000D8-0452-BAE5-8E30-954DB8C50CDE}"/>
              </a:ext>
            </a:extLst>
          </p:cNvPr>
          <p:cNvSpPr/>
          <p:nvPr userDrawn="1"/>
        </p:nvSpPr>
        <p:spPr>
          <a:xfrm>
            <a:off x="4381500" y="1585349"/>
            <a:ext cx="3441700" cy="4241143"/>
          </a:xfrm>
          <a:prstGeom prst="roundRect">
            <a:avLst>
              <a:gd name="adj" fmla="val 5502"/>
            </a:avLst>
          </a:prstGeom>
          <a:noFill/>
          <a:ln w="25400">
            <a:solidFill>
              <a:srgbClr val="46DE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36666242-4615-FC18-ADB8-9EB2039961A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729932" y="4717377"/>
            <a:ext cx="864368" cy="862857"/>
          </a:xfrm>
          <a:prstGeom prst="ellipse">
            <a:avLst/>
          </a:prstGeom>
          <a:ln w="38100">
            <a:solidFill>
              <a:srgbClr val="46DE6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F3ED7A0-A507-A39A-BCCF-790A6B72477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777762" y="4918365"/>
            <a:ext cx="1904498" cy="242150"/>
          </a:xfrm>
        </p:spPr>
        <p:txBody>
          <a:bodyPr/>
          <a:lstStyle>
            <a:lvl1pPr algn="l">
              <a:spcBef>
                <a:spcPts val="0"/>
              </a:spcBef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B3E14A6-D15C-6B64-BD77-9D18C30FDA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777762" y="5187783"/>
            <a:ext cx="1904498" cy="185433"/>
          </a:xfrm>
        </p:spPr>
        <p:txBody>
          <a:bodyPr/>
          <a:lstStyle>
            <a:lvl1pPr algn="l"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A94FE9E-1C9F-D9B0-FD60-FE0B24F1D036}"/>
              </a:ext>
            </a:extLst>
          </p:cNvPr>
          <p:cNvSpPr/>
          <p:nvPr userDrawn="1"/>
        </p:nvSpPr>
        <p:spPr>
          <a:xfrm>
            <a:off x="8128000" y="1585349"/>
            <a:ext cx="3441700" cy="4241143"/>
          </a:xfrm>
          <a:prstGeom prst="roundRect">
            <a:avLst>
              <a:gd name="adj" fmla="val 5502"/>
            </a:avLst>
          </a:prstGeom>
          <a:noFill/>
          <a:ln w="25400">
            <a:solidFill>
              <a:srgbClr val="46DE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C02BCBA2-E38B-5267-B1C2-B297030DECC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476432" y="4717377"/>
            <a:ext cx="864368" cy="862857"/>
          </a:xfrm>
          <a:prstGeom prst="ellipse">
            <a:avLst/>
          </a:prstGeom>
          <a:ln w="38100">
            <a:solidFill>
              <a:srgbClr val="46DE6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3A90D385-927D-CB88-4F3D-7DC2039111C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524262" y="4918365"/>
            <a:ext cx="1904498" cy="242150"/>
          </a:xfrm>
        </p:spPr>
        <p:txBody>
          <a:bodyPr/>
          <a:lstStyle>
            <a:lvl1pPr algn="l">
              <a:spcBef>
                <a:spcPts val="0"/>
              </a:spcBef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Name Surname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61804517-9EC8-B2B9-01FE-6F356466E5C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524262" y="5187783"/>
            <a:ext cx="1904498" cy="185433"/>
          </a:xfrm>
        </p:spPr>
        <p:txBody>
          <a:bodyPr/>
          <a:lstStyle>
            <a:lvl1pPr algn="l"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5" name="Text Placeholder 2b">
            <a:extLst>
              <a:ext uri="{FF2B5EF4-FFF2-40B4-BE49-F238E27FC236}">
                <a16:creationId xmlns:a16="http://schemas.microsoft.com/office/drawing/2014/main" id="{3A885011-F49B-E086-55BD-0B52A3602A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29932" y="1939635"/>
            <a:ext cx="2736304" cy="2458422"/>
          </a:xfrm>
        </p:spPr>
        <p:txBody>
          <a:bodyPr lIns="180000" rIns="180000" anchor="ctr" anchorCtr="0"/>
          <a:lstStyle>
            <a:lvl1pPr algn="ctr">
              <a:defRPr sz="12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change cope</a:t>
            </a:r>
          </a:p>
        </p:txBody>
      </p:sp>
      <p:sp>
        <p:nvSpPr>
          <p:cNvPr id="26" name="Text Placeholder 2b">
            <a:extLst>
              <a:ext uri="{FF2B5EF4-FFF2-40B4-BE49-F238E27FC236}">
                <a16:creationId xmlns:a16="http://schemas.microsoft.com/office/drawing/2014/main" id="{6EEE15BF-BA38-7059-2634-96A85ABCA81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84002" y="1939635"/>
            <a:ext cx="2736304" cy="2458422"/>
          </a:xfrm>
        </p:spPr>
        <p:txBody>
          <a:bodyPr lIns="180000" rIns="180000" anchor="ctr" anchorCtr="0"/>
          <a:lstStyle>
            <a:lvl1pPr algn="ctr">
              <a:defRPr sz="12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change cope</a:t>
            </a:r>
          </a:p>
        </p:txBody>
      </p:sp>
    </p:spTree>
    <p:extLst>
      <p:ext uri="{BB962C8B-B14F-4D97-AF65-F5344CB8AC3E}">
        <p14:creationId xmlns:p14="http://schemas.microsoft.com/office/powerpoint/2010/main" val="31067317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(With Ru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812B36-A842-1A84-F888-1F95673F9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10931763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71A82E14-D7FC-7682-5684-6C91C8BC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2C59D86-442B-262D-4ED6-3DE9814931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530821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(No Ru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A82E14-D7FC-7682-5684-6C91C8BC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B1150F3-80B8-11C6-2122-F6CDBA8B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15430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78739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{opt 1)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01900" y="5382000"/>
            <a:ext cx="7194500" cy="7521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1000"/>
              </a:spcBef>
              <a:buNone/>
              <a:defRPr sz="1800">
                <a:solidFill>
                  <a:schemeClr val="tx2"/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Insert Presentation Name</a:t>
            </a:r>
          </a:p>
          <a:p>
            <a:pPr lvl="1"/>
            <a:r>
              <a:rPr lang="en-GB" noProof="0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369EEB-226B-A041-C62D-9CB3359C43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505" r="89225" b="47742"/>
          <a:stretch>
            <a:fillRect/>
          </a:stretch>
        </p:blipFill>
        <p:spPr>
          <a:xfrm>
            <a:off x="5762847" y="2998088"/>
            <a:ext cx="666306" cy="659512"/>
          </a:xfrm>
          <a:prstGeom prst="rect">
            <a:avLst/>
          </a:prstGeom>
        </p:spPr>
      </p:pic>
      <p:sp>
        <p:nvSpPr>
          <p:cNvPr id="11" name="Sense Logo Placeholder">
            <a:extLst>
              <a:ext uri="{FF2B5EF4-FFF2-40B4-BE49-F238E27FC236}">
                <a16:creationId xmlns:a16="http://schemas.microsoft.com/office/drawing/2014/main" id="{9E0CA5E2-7A15-21D5-351B-5E3174F7CD40}"/>
              </a:ext>
            </a:extLst>
          </p:cNvPr>
          <p:cNvSpPr txBox="1"/>
          <p:nvPr userDrawn="1"/>
        </p:nvSpPr>
        <p:spPr>
          <a:xfrm>
            <a:off x="6703885" y="3057545"/>
            <a:ext cx="2744572" cy="52154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20000"/>
              </a:lnSpc>
              <a:buFont typeface="Galvji" panose="020B0504020202020204" pitchFamily="34" charset="0"/>
              <a:buNone/>
            </a:pPr>
            <a:r>
              <a:rPr lang="en-GB" sz="100">
                <a:noFill/>
              </a:rPr>
              <a:t>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FA2146E-3D8B-73A4-8BDA-F5C59645AD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1900" y="2869686"/>
            <a:ext cx="2967684" cy="897261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3363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{opt 2)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01900" y="5382000"/>
            <a:ext cx="7194500" cy="7521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1000"/>
              </a:spcBef>
              <a:buNone/>
              <a:defRPr sz="1800">
                <a:solidFill>
                  <a:schemeClr val="tx2"/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Insert Presentation Name</a:t>
            </a:r>
          </a:p>
          <a:p>
            <a:pPr lvl="1"/>
            <a:r>
              <a:rPr lang="en-GB" noProof="0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4189B0-93E3-C973-AA3D-75AE9A57C7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35229" y="3057545"/>
            <a:ext cx="521542" cy="521542"/>
          </a:xfrm>
          <a:prstGeom prst="rect">
            <a:avLst/>
          </a:prstGeom>
        </p:spPr>
      </p:pic>
      <p:sp>
        <p:nvSpPr>
          <p:cNvPr id="11" name="Sense Logo Placeholder">
            <a:extLst>
              <a:ext uri="{FF2B5EF4-FFF2-40B4-BE49-F238E27FC236}">
                <a16:creationId xmlns:a16="http://schemas.microsoft.com/office/drawing/2014/main" id="{9E0CA5E2-7A15-21D5-351B-5E3174F7CD40}"/>
              </a:ext>
            </a:extLst>
          </p:cNvPr>
          <p:cNvSpPr txBox="1"/>
          <p:nvPr userDrawn="1"/>
        </p:nvSpPr>
        <p:spPr>
          <a:xfrm>
            <a:off x="6703885" y="3057545"/>
            <a:ext cx="2744572" cy="52154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20000"/>
              </a:lnSpc>
              <a:buFont typeface="Galvji" panose="020B0504020202020204" pitchFamily="34" charset="0"/>
              <a:buNone/>
            </a:pPr>
            <a:r>
              <a:rPr lang="en-GB" sz="100">
                <a:noFill/>
              </a:rPr>
              <a:t>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FA2146E-3D8B-73A4-8BDA-F5C59645AD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1900" y="2869686"/>
            <a:ext cx="2967684" cy="897261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535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cial Media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6EBB5E5-E0B5-87D9-1BF4-3D4F0D76D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10931763" cy="360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8" name="Instagram 1">
            <a:extLst>
              <a:ext uri="{FF2B5EF4-FFF2-40B4-BE49-F238E27FC236}">
                <a16:creationId xmlns:a16="http://schemas.microsoft.com/office/drawing/2014/main" id="{F6CB2424-3E8C-BDC4-F0D5-B69A0C8575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9999" y="1404000"/>
            <a:ext cx="3400558" cy="4730100"/>
          </a:xfrm>
          <a:prstGeom prst="rect">
            <a:avLst/>
          </a:prstGeom>
        </p:spPr>
      </p:pic>
      <p:pic>
        <p:nvPicPr>
          <p:cNvPr id="17" name="Instagram 2">
            <a:extLst>
              <a:ext uri="{FF2B5EF4-FFF2-40B4-BE49-F238E27FC236}">
                <a16:creationId xmlns:a16="http://schemas.microsoft.com/office/drawing/2014/main" id="{3115A0BF-A22C-C281-68DB-0ACD088D76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161204" y="1422653"/>
            <a:ext cx="3400558" cy="4730100"/>
          </a:xfrm>
          <a:prstGeom prst="rect">
            <a:avLst/>
          </a:prstGeom>
        </p:spPr>
      </p:pic>
      <p:pic>
        <p:nvPicPr>
          <p:cNvPr id="12" name="Instagram 3">
            <a:extLst>
              <a:ext uri="{FF2B5EF4-FFF2-40B4-BE49-F238E27FC236}">
                <a16:creationId xmlns:a16="http://schemas.microsoft.com/office/drawing/2014/main" id="{2722E002-14CC-315D-95A9-2DB9FFC89C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95601" y="1385123"/>
            <a:ext cx="3400558" cy="4730100"/>
          </a:xfrm>
          <a:prstGeom prst="rect">
            <a:avLst/>
          </a:prstGeom>
        </p:spPr>
      </p:pic>
      <p:sp>
        <p:nvSpPr>
          <p:cNvPr id="14" name="Text Placeholder 1a">
            <a:extLst>
              <a:ext uri="{FF2B5EF4-FFF2-40B4-BE49-F238E27FC236}">
                <a16:creationId xmlns:a16="http://schemas.microsoft.com/office/drawing/2014/main" id="{C3357822-3DF8-2E4A-2803-968DB49F4E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999" y="1548000"/>
            <a:ext cx="3400559" cy="540000"/>
          </a:xfrm>
        </p:spPr>
        <p:txBody>
          <a:bodyPr lIns="720000" rIns="648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bg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19" name="Picture Placeholder 1">
            <a:extLst>
              <a:ext uri="{FF2B5EF4-FFF2-40B4-BE49-F238E27FC236}">
                <a16:creationId xmlns:a16="http://schemas.microsoft.com/office/drawing/2014/main" id="{1104542F-D10E-FF8A-0FAC-B1D5481F0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5200" y="2088000"/>
            <a:ext cx="2181600" cy="208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7665E66E-B3E5-CC14-1406-03CCAFE1940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16800" y="2088000"/>
            <a:ext cx="810000" cy="104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F8560943-6926-738B-CF78-52298DDE478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016800" y="3132000"/>
            <a:ext cx="810000" cy="1044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Text Placeholder 1b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999" y="4752000"/>
            <a:ext cx="3400559" cy="1260000"/>
          </a:xfrm>
        </p:spPr>
        <p:txBody>
          <a:bodyPr lIns="288000" rIns="288000" anchor="t" anchorCtr="0"/>
          <a:lstStyle>
            <a:lvl1pPr algn="ctr"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2a">
            <a:extLst>
              <a:ext uri="{FF2B5EF4-FFF2-40B4-BE49-F238E27FC236}">
                <a16:creationId xmlns:a16="http://schemas.microsoft.com/office/drawing/2014/main" id="{3E258E24-1627-19A0-0699-D829ABCD08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5601" y="1548000"/>
            <a:ext cx="3400559" cy="540000"/>
          </a:xfrm>
        </p:spPr>
        <p:txBody>
          <a:bodyPr lIns="720000" rIns="648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bg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6267C59-5D88-6DEA-2E69-0C3278E4E8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00080" y="2088000"/>
            <a:ext cx="2181600" cy="208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65215AB4-4936-C63C-9A61-A52721009C5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781680" y="2088000"/>
            <a:ext cx="810000" cy="1044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75EEF9F-F5D8-9770-5A10-C9E838C449A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81680" y="3132000"/>
            <a:ext cx="810000" cy="1044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2b">
            <a:extLst>
              <a:ext uri="{FF2B5EF4-FFF2-40B4-BE49-F238E27FC236}">
                <a16:creationId xmlns:a16="http://schemas.microsoft.com/office/drawing/2014/main" id="{B1BBFE84-79D5-7A50-CA29-8D2B711D63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95601" y="4752000"/>
            <a:ext cx="3400559" cy="1260000"/>
          </a:xfrm>
        </p:spPr>
        <p:txBody>
          <a:bodyPr lIns="288000" rIns="288000" anchor="t" anchorCtr="0"/>
          <a:lstStyle>
            <a:lvl1pPr algn="ctr"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4BB3576E-F9AE-02BA-AACE-9FDC693F9C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61204" y="1566653"/>
            <a:ext cx="3400559" cy="540000"/>
          </a:xfrm>
        </p:spPr>
        <p:txBody>
          <a:bodyPr lIns="720000" rIns="648000" anchor="ctr" anchorCtr="0"/>
          <a:lstStyle>
            <a:lvl1pPr algn="l">
              <a:lnSpc>
                <a:spcPct val="85000"/>
              </a:lnSpc>
              <a:defRPr sz="1800" cap="all" baseline="0">
                <a:solidFill>
                  <a:schemeClr val="bg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2" name="Picture Placeholder 7">
            <a:extLst>
              <a:ext uri="{FF2B5EF4-FFF2-40B4-BE49-F238E27FC236}">
                <a16:creationId xmlns:a16="http://schemas.microsoft.com/office/drawing/2014/main" id="{E24DA1D1-F944-81B0-4923-C79ACAF1F64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65683" y="2088000"/>
            <a:ext cx="2181600" cy="208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BF010C36-3777-5B5C-E1DD-5DD8490C7A4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547283" y="3132000"/>
            <a:ext cx="810000" cy="1044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870B911-207D-95BB-8144-02985B0C5B3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547283" y="2088000"/>
            <a:ext cx="810000" cy="1044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33" name="Text Placeholder 3b">
            <a:extLst>
              <a:ext uri="{FF2B5EF4-FFF2-40B4-BE49-F238E27FC236}">
                <a16:creationId xmlns:a16="http://schemas.microsoft.com/office/drawing/2014/main" id="{14BFF2BD-C9AC-4FB1-3E13-572F9ECD34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61204" y="4752000"/>
            <a:ext cx="3400559" cy="1260000"/>
          </a:xfrm>
        </p:spPr>
        <p:txBody>
          <a:bodyPr lIns="288000" rIns="288000" anchor="t" anchorCtr="0"/>
          <a:lstStyle>
            <a:lvl1pPr algn="ctr"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1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1100">
                <a:solidFill>
                  <a:schemeClr val="tx2"/>
                </a:solidFill>
              </a:defRPr>
            </a:lvl6pPr>
            <a:lvl7pPr>
              <a:defRPr sz="1100">
                <a:solidFill>
                  <a:schemeClr val="tx2"/>
                </a:solidFill>
              </a:defRPr>
            </a:lvl7pPr>
            <a:lvl8pPr>
              <a:defRPr sz="1100">
                <a:solidFill>
                  <a:schemeClr val="tx2"/>
                </a:solidFill>
              </a:defRPr>
            </a:lvl8pPr>
            <a:lvl9pPr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883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ne Column Text + Dots - Off White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536BE60-886F-FE31-F517-A32879988316}"/>
              </a:ext>
            </a:extLst>
          </p:cNvPr>
          <p:cNvSpPr/>
          <p:nvPr userDrawn="1"/>
        </p:nvSpPr>
        <p:spPr>
          <a:xfrm>
            <a:off x="11136560" y="6381328"/>
            <a:ext cx="1055440" cy="476672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t" anchorCtr="0"/>
          <a:lstStyle/>
          <a:p>
            <a:pPr marL="216000" indent="-216000" algn="l">
              <a:lnSpc>
                <a:spcPct val="120000"/>
              </a:lnSpc>
              <a:buFont typeface="Galvji" panose="020B0504020202020204" pitchFamily="34" charset="0"/>
              <a:buChar char="•"/>
            </a:pPr>
            <a:endParaRPr lang="en-US" sz="130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301C1B-B5B0-8725-2439-040F41DC9B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4918" t="3688" r="37081" b="3022"/>
          <a:stretch>
            <a:fillRect/>
          </a:stretch>
        </p:blipFill>
        <p:spPr>
          <a:xfrm>
            <a:off x="8516401" y="254540"/>
            <a:ext cx="3412074" cy="6394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E5D839-5F90-0B7B-D455-ECCD4CFF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87348" y="6462000"/>
            <a:ext cx="734199" cy="14104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B2259E-CF68-06A6-C156-3BBCCAC94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0576442A-B8A4-B364-E96D-E03ECD94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8747091-68D1-1847-595E-9F06508FFA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7191614" cy="4265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D2745A-C21F-BA0C-22F8-A0FBDCC496A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187348" y="6462420"/>
            <a:ext cx="734199" cy="14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721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Text - Off White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B2259E-CF68-06A6-C156-3BBCCAC94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208954A-7D66-5BA4-5985-5FD7AF0C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1194E-E754-429E-3863-1182263C39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999" y="1871999"/>
            <a:ext cx="7191613" cy="4265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2520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(Small Text) - Off White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E0D12-0945-55D6-00A9-2AEDC7E24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152001"/>
            <a:ext cx="10931763" cy="4982100"/>
          </a:xfrm>
        </p:spPr>
        <p:txBody>
          <a:bodyPr anchor="ctr" anchorCtr="0"/>
          <a:lstStyle>
            <a:lvl1pPr marL="0" marR="0" indent="0" algn="ctr" defTabSz="457200" rtl="0" eaLnBrk="1" fontAlgn="auto" latinLnBrk="0" hangingPunct="1">
              <a:lnSpc>
                <a:spcPct val="73000"/>
              </a:lnSpc>
              <a:spcBef>
                <a:spcPts val="2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cap="all" baseline="0">
                <a:solidFill>
                  <a:schemeClr val="tx1"/>
                </a:solidFill>
                <a:latin typeface="+mj-lt"/>
              </a:defRPr>
            </a:lvl1pPr>
            <a:lvl2pPr marL="0" indent="0" algn="ctr">
              <a:spcBef>
                <a:spcPts val="1000"/>
              </a:spcBef>
              <a:buNone/>
              <a:defRPr sz="1600"/>
            </a:lvl2pPr>
            <a:lvl3pPr marL="216000">
              <a:defRPr sz="1600"/>
            </a:lvl3pPr>
            <a:lvl4pPr marL="432000">
              <a:defRPr sz="1600"/>
            </a:lvl4pPr>
            <a:lvl5pPr marL="648000">
              <a:defRPr sz="1600"/>
            </a:lvl5pPr>
            <a:lvl6pPr marL="864000">
              <a:defRPr sz="1600"/>
            </a:lvl6pPr>
            <a:lvl7pPr marL="1080000">
              <a:defRPr sz="1600"/>
            </a:lvl7pPr>
            <a:lvl8pPr marL="1296000">
              <a:defRPr sz="1600"/>
            </a:lvl8pPr>
            <a:lvl9pPr marL="1512000"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26601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Text &amp;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Placeholder 1">
            <a:extLst>
              <a:ext uri="{FF2B5EF4-FFF2-40B4-BE49-F238E27FC236}">
                <a16:creationId xmlns:a16="http://schemas.microsoft.com/office/drawing/2014/main" id="{79DE215C-5D16-6CB7-B360-34346B0E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35700" y="1872000"/>
            <a:ext cx="4788000" cy="12700"/>
          </a:xfrm>
          <a:solidFill>
            <a:schemeClr val="tx2"/>
          </a:solidFill>
        </p:spPr>
        <p:txBody>
          <a:bodyPr/>
          <a:lstStyle>
            <a:lvl1pPr>
              <a:defRPr sz="100">
                <a:noFill/>
              </a:defRPr>
            </a:lvl1pPr>
            <a:lvl5pPr>
              <a:defRPr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049B00-99AD-FED2-0D9E-D9B78C69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5700" y="539749"/>
            <a:ext cx="4788000" cy="360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77208-2CE9-C34B-9CFF-B6472892C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5700" y="1044000"/>
            <a:ext cx="4788000" cy="64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4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2304000"/>
            <a:ext cx="4788000" cy="4284000"/>
          </a:xfrm>
        </p:spPr>
        <p:txBody>
          <a:bodyPr/>
          <a:lstStyle>
            <a:lvl1pPr>
              <a:lnSpc>
                <a:spcPct val="80000"/>
              </a:lnSpc>
              <a:spcBef>
                <a:spcPts val="1800"/>
              </a:spcBef>
              <a:defRPr sz="1600" cap="all" baseline="0">
                <a:latin typeface="+mj-lt"/>
              </a:defRPr>
            </a:lvl1pPr>
            <a:lvl2pPr marL="0" indent="0">
              <a:lnSpc>
                <a:spcPct val="130000"/>
              </a:lnSpc>
              <a:buNone/>
              <a:defRPr sz="1100"/>
            </a:lvl2pPr>
            <a:lvl3pPr marL="216000">
              <a:lnSpc>
                <a:spcPct val="130000"/>
              </a:lnSpc>
              <a:defRPr sz="1100"/>
            </a:lvl3pPr>
            <a:lvl4pPr marL="432000">
              <a:lnSpc>
                <a:spcPct val="130000"/>
              </a:lnSpc>
              <a:defRPr sz="1100"/>
            </a:lvl4pPr>
            <a:lvl5pPr marL="648000">
              <a:lnSpc>
                <a:spcPct val="130000"/>
              </a:lnSpc>
              <a:defRPr sz="1100"/>
            </a:lvl5pPr>
            <a:lvl6pPr marL="864000">
              <a:lnSpc>
                <a:spcPct val="130000"/>
              </a:lnSpc>
              <a:defRPr sz="1100"/>
            </a:lvl6pPr>
            <a:lvl7pPr marL="1080000">
              <a:lnSpc>
                <a:spcPct val="130000"/>
              </a:lnSpc>
              <a:defRPr sz="1100"/>
            </a:lvl7pPr>
            <a:lvl8pPr marL="1296000">
              <a:lnSpc>
                <a:spcPct val="130000"/>
              </a:lnSpc>
              <a:defRPr sz="1100"/>
            </a:lvl8pPr>
            <a:lvl9pPr marL="1512000">
              <a:lnSpc>
                <a:spcPct val="130000"/>
              </a:lnSpc>
              <a:defRPr sz="11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0000" y="269875"/>
            <a:ext cx="5464800" cy="344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E3CE7C2-65F0-F4D9-7D5D-5238A620F7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70000" y="3859200"/>
            <a:ext cx="2660400" cy="272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715904AC-4C84-782E-D3B0-A22D10AE96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074400" y="3859200"/>
            <a:ext cx="2660400" cy="272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9429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&amp; 1 Images - Of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6DCCDA1F-37AE-7473-348C-BFECF30E12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2224" y="6346800"/>
            <a:ext cx="1584176" cy="288000"/>
          </a:xfrm>
        </p:spPr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87BA217-913C-CD5F-315D-D74F5F3A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8726" y="6346800"/>
            <a:ext cx="5322888" cy="288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84B471F-E6BE-D90B-0A15-1C0BE2067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000" y="6346800"/>
            <a:ext cx="720000" cy="288000"/>
          </a:xfrm>
        </p:spPr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41E650-B7A3-1787-48D0-D97F0C11E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7">
            <a:extLst>
              <a:ext uri="{FF2B5EF4-FFF2-40B4-BE49-F238E27FC236}">
                <a16:creationId xmlns:a16="http://schemas.microsoft.com/office/drawing/2014/main" id="{745E4ADD-D1C6-6F0C-5159-3471207D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9D138AE-167C-BED3-EA7F-FE23378206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B3CD595-9752-0362-3D0C-BA606D8363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4680000" cy="4265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BDFBD6B6-4218-646F-602C-5853C5C1B0C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0"/>
            <a:ext cx="60948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957103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&amp; 4 Images - Of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6DCCDA1F-37AE-7473-348C-BFECF30E12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2224" y="6346800"/>
            <a:ext cx="1584176" cy="288000"/>
          </a:xfrm>
        </p:spPr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87BA217-913C-CD5F-315D-D74F5F3A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8726" y="6346800"/>
            <a:ext cx="5322888" cy="288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84B471F-E6BE-D90B-0A15-1C0BE2067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000" y="6346800"/>
            <a:ext cx="720000" cy="288000"/>
          </a:xfrm>
        </p:spPr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41E650-B7A3-1787-48D0-D97F0C11E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7">
            <a:extLst>
              <a:ext uri="{FF2B5EF4-FFF2-40B4-BE49-F238E27FC236}">
                <a16:creationId xmlns:a16="http://schemas.microsoft.com/office/drawing/2014/main" id="{745E4ADD-D1C6-6F0C-5159-3471207D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9D138AE-167C-BED3-EA7F-FE23378206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B3CD595-9752-0362-3D0C-BA606D8363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4680000" cy="4265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F41FC1D7-CDAE-00C2-A094-5F92FF81F9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269875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B65164A-1373-3E3A-8404-2905E5851BD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81725" y="269875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D9D7F61-F423-C8D5-26A2-BF1FE01BAC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7200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A580A0B-16D0-1712-94AE-70AB1F2AB7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81725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436276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&amp; 3 Images - Of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6DCCDA1F-37AE-7473-348C-BFECF30E12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2224" y="6346800"/>
            <a:ext cx="1584176" cy="288000"/>
          </a:xfrm>
        </p:spPr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87BA217-913C-CD5F-315D-D74F5F3A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8726" y="6346800"/>
            <a:ext cx="5322888" cy="288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84B471F-E6BE-D90B-0A15-1C0BE2067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000" y="6346800"/>
            <a:ext cx="720000" cy="288000"/>
          </a:xfrm>
        </p:spPr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41E650-B7A3-1787-48D0-D97F0C11E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7">
            <a:extLst>
              <a:ext uri="{FF2B5EF4-FFF2-40B4-BE49-F238E27FC236}">
                <a16:creationId xmlns:a16="http://schemas.microsoft.com/office/drawing/2014/main" id="{745E4ADD-D1C6-6F0C-5159-3471207D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9D138AE-167C-BED3-EA7F-FE23378206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B3CD595-9752-0362-3D0C-BA606D8363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4680000" cy="4265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D70BCEDE-56FF-68AF-85A1-DAC37F74EC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269875"/>
            <a:ext cx="5824925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BC4F257-8C2D-9F35-7A7A-6B974F7FBEC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7200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459CFFC-5E91-DBFE-832B-C427DD23861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81725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450209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py - Left - Of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E5EBF058-B1BD-F9F2-1EB0-69697838BFB8}"/>
              </a:ext>
            </a:extLst>
          </p:cNvPr>
          <p:cNvSpPr txBox="1">
            <a:spLocks/>
          </p:cNvSpPr>
          <p:nvPr userDrawn="1"/>
        </p:nvSpPr>
        <p:spPr>
          <a:xfrm>
            <a:off x="630000" y="6346800"/>
            <a:ext cx="720000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897301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8651" algn="l" defTabSz="897301" rtl="0" eaLnBrk="1" latinLnBrk="0" hangingPunct="1">
              <a:defRPr sz="17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7301" algn="l" defTabSz="897301" rtl="0" eaLnBrk="1" latinLnBrk="0" hangingPunct="1">
              <a:defRPr sz="17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5951" algn="l" defTabSz="897301" rtl="0" eaLnBrk="1" latinLnBrk="0" hangingPunct="1">
              <a:defRPr sz="17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4602" algn="l" defTabSz="897301" rtl="0" eaLnBrk="1" latinLnBrk="0" hangingPunct="1">
              <a:defRPr sz="17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3252" algn="l" defTabSz="897301" rtl="0" eaLnBrk="1" latinLnBrk="0" hangingPunct="1">
              <a:defRPr sz="17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91902" algn="l" defTabSz="897301" rtl="0" eaLnBrk="1" latinLnBrk="0" hangingPunct="1">
              <a:defRPr sz="17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0553" algn="l" defTabSz="897301" rtl="0" eaLnBrk="1" latinLnBrk="0" hangingPunct="1">
              <a:defRPr sz="17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9203" algn="l" defTabSz="897301" rtl="0" eaLnBrk="1" latinLnBrk="0" hangingPunct="1">
              <a:defRPr sz="17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Line Placeholder 1">
            <a:extLst>
              <a:ext uri="{FF2B5EF4-FFF2-40B4-BE49-F238E27FC236}">
                <a16:creationId xmlns:a16="http://schemas.microsoft.com/office/drawing/2014/main" id="{5DD0CE0A-8017-A29C-5A2B-02C2B538D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9700" y="2001600"/>
            <a:ext cx="3240000" cy="12700"/>
          </a:xfrm>
          <a:solidFill>
            <a:srgbClr val="3B3B3B"/>
          </a:solidFill>
        </p:spPr>
        <p:txBody>
          <a:bodyPr/>
          <a:lstStyle>
            <a:lvl1pPr>
              <a:defRPr sz="100">
                <a:noFill/>
              </a:defRPr>
            </a:lvl1pPr>
            <a:lvl5pPr>
              <a:defRPr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733AD42-207E-FBB7-6264-3E73D2BB8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9700" y="684000"/>
            <a:ext cx="3446700" cy="792000"/>
          </a:xfrm>
        </p:spPr>
        <p:txBody>
          <a:bodyPr anchor="b"/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B2D07BF-2C8E-1A96-1C6A-690C6750CD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9700" y="1620000"/>
            <a:ext cx="53073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360746C-EE6E-32B7-CCC7-F68B99B7BE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9700" y="2426049"/>
            <a:ext cx="5307300" cy="37112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DA586CAF-B7CA-2C84-29B7-F0E70352638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700" y="269875"/>
            <a:ext cx="5689600" cy="631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71768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5EC387CA-9FFE-6957-A182-812315F576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1075" y="269875"/>
            <a:ext cx="3727033" cy="63373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19410DB-47A7-D8BF-6684-543BB1367B8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46361" y="269875"/>
            <a:ext cx="3794382" cy="198093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D3388350-3402-3C56-8918-CB58C5813A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47797" y="2376267"/>
            <a:ext cx="3874328" cy="421026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C25796A4-718E-72A3-E72C-6114A58FF7B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46361" y="2376971"/>
            <a:ext cx="3794382" cy="208364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E80F6F70-B47A-A363-118F-7BDB2759579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46361" y="4608879"/>
            <a:ext cx="3794382" cy="199829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B984E96-F7A3-2EE1-7676-47590829BDE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52439" y="269875"/>
            <a:ext cx="3868486" cy="198093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346283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- Of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B58576-A71D-7569-B708-ACF1A7B42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1093176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7CA9B26-1656-25FD-7ADC-53631465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10931763" cy="360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7863509-F4F3-DE14-483F-7DFB186D57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3DA80B4-BD12-273F-8D9E-F9EF302688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5128563" cy="42652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ED29AE7-376C-148C-1939-5B43EE8FAB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33200" y="1871999"/>
            <a:ext cx="5128563" cy="42652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85872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(Large Text) - Off White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691607-90FF-C47E-33AD-DD3F4F39F4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EF8F8-68AF-17D0-ECED-5AB47EFE4CF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10760-0C7C-D26E-89A7-B1209B922E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A77A15-48CD-50C4-B010-731B6DB6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476000"/>
            <a:ext cx="10931763" cy="4652490"/>
          </a:xfrm>
        </p:spPr>
        <p:txBody>
          <a:bodyPr anchor="ctr" anchorCtr="0"/>
          <a:lstStyle>
            <a:lvl1pPr algn="ctr">
              <a:lnSpc>
                <a:spcPct val="73000"/>
              </a:lnSpc>
              <a:spcBef>
                <a:spcPts val="3800"/>
              </a:spcBef>
              <a:defRPr sz="4000" cap="all" baseline="0">
                <a:solidFill>
                  <a:schemeClr val="tx1"/>
                </a:solidFill>
                <a:latin typeface="+mj-lt"/>
              </a:defRPr>
            </a:lvl1pPr>
            <a:lvl2pPr marL="0" indent="0" algn="ctr">
              <a:spcBef>
                <a:spcPts val="1000"/>
              </a:spcBef>
              <a:buNone/>
              <a:defRPr sz="1600">
                <a:solidFill>
                  <a:schemeClr val="tx1"/>
                </a:solidFill>
              </a:defRPr>
            </a:lvl2pPr>
            <a:lvl3pPr marL="216000">
              <a:defRPr sz="1600"/>
            </a:lvl3pPr>
            <a:lvl4pPr marL="432000">
              <a:defRPr sz="1600"/>
            </a:lvl4pPr>
            <a:lvl5pPr marL="648000">
              <a:defRPr sz="1600"/>
            </a:lvl5pPr>
            <a:lvl6pPr marL="864000">
              <a:defRPr sz="1600"/>
            </a:lvl6pPr>
            <a:lvl7pPr marL="1080000">
              <a:defRPr sz="1600"/>
            </a:lvl7pPr>
            <a:lvl8pPr marL="1296000">
              <a:defRPr sz="1600"/>
            </a:lvl8pPr>
            <a:lvl9pPr marL="1512000"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226820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812B36-A842-1A84-F888-1F95673F9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10931763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71A82E14-D7FC-7682-5684-6C91C8BC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175BD21-0285-23E5-6BB6-8B81E4DC6741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35000" y="1440000"/>
            <a:ext cx="10926763" cy="4694098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8185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ntro &amp;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812B36-A842-1A84-F888-1F95673F9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10931763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71A82E14-D7FC-7682-5684-6C91C8BC0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10931763" cy="360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175BD21-0285-23E5-6BB6-8B81E4DC6741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35000" y="1866900"/>
            <a:ext cx="10926763" cy="4267197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2B5261C-1245-50B5-1056-149C85C1B7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000" y="972000"/>
            <a:ext cx="7485300" cy="5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Insert intro text</a:t>
            </a:r>
          </a:p>
        </p:txBody>
      </p:sp>
    </p:spTree>
    <p:extLst>
      <p:ext uri="{BB962C8B-B14F-4D97-AF65-F5344CB8AC3E}">
        <p14:creationId xmlns:p14="http://schemas.microsoft.com/office/powerpoint/2010/main" val="428153387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(With Ru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812B36-A842-1A84-F888-1F95673F9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1093176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71A82E14-D7FC-7682-5684-6C91C8BC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2C59D86-442B-262D-4ED6-3DE9814931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250501700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(No Ru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A82E14-D7FC-7682-5684-6C91C8BC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B1150F3-80B8-11C6-2122-F6CDBA8B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7538729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177344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oxe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grid&#10;&#10;AI-generated content may be incorrect.">
            <a:extLst>
              <a:ext uri="{FF2B5EF4-FFF2-40B4-BE49-F238E27FC236}">
                <a16:creationId xmlns:a16="http://schemas.microsoft.com/office/drawing/2014/main" id="{7BC6D11A-EC0B-3791-63B3-83DBEAF425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1771" t="78312" r="1875" b="2917"/>
          <a:stretch>
            <a:fillRect/>
          </a:stretch>
        </p:blipFill>
        <p:spPr>
          <a:xfrm>
            <a:off x="215900" y="5371200"/>
            <a:ext cx="11747500" cy="1287323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B728370F-37CD-E444-867A-3077AD77E909}"/>
              </a:ext>
            </a:extLst>
          </p:cNvPr>
          <p:cNvSpPr/>
          <p:nvPr userDrawn="1"/>
        </p:nvSpPr>
        <p:spPr>
          <a:xfrm>
            <a:off x="630000" y="1493134"/>
            <a:ext cx="5322888" cy="4678760"/>
          </a:xfrm>
          <a:prstGeom prst="roundRect">
            <a:avLst>
              <a:gd name="adj" fmla="val 550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1BD49A-32AF-6B42-2757-783F8F83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E29B7-E7DB-39EB-F72C-8B7C8FE1D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6799" y="1908000"/>
            <a:ext cx="4366489" cy="377577"/>
          </a:xfrm>
        </p:spPr>
        <p:txBody>
          <a:bodyPr/>
          <a:lstStyle>
            <a:lvl1pPr>
              <a:lnSpc>
                <a:spcPct val="75000"/>
              </a:lnSpc>
              <a:spcAft>
                <a:spcPts val="3000"/>
              </a:spcAft>
              <a:defRPr sz="1800" cap="all" baseline="0">
                <a:solidFill>
                  <a:schemeClr val="bg2"/>
                </a:solidFill>
                <a:latin typeface="+mj-lt"/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216000">
              <a:defRPr>
                <a:solidFill>
                  <a:schemeClr val="bg1"/>
                </a:solidFill>
              </a:defRPr>
            </a:lvl3pPr>
            <a:lvl4pPr marL="432000">
              <a:defRPr>
                <a:solidFill>
                  <a:schemeClr val="bg1"/>
                </a:solidFill>
              </a:defRPr>
            </a:lvl4pPr>
            <a:lvl5pPr marL="648000">
              <a:defRPr>
                <a:solidFill>
                  <a:schemeClr val="bg1"/>
                </a:solidFill>
              </a:defRPr>
            </a:lvl5pPr>
            <a:lvl6pPr marL="864000">
              <a:defRPr>
                <a:solidFill>
                  <a:schemeClr val="bg1"/>
                </a:solidFill>
              </a:defRPr>
            </a:lvl6pPr>
            <a:lvl7pPr marL="1080000">
              <a:defRPr>
                <a:solidFill>
                  <a:schemeClr val="bg1"/>
                </a:solidFill>
              </a:defRPr>
            </a:lvl7pPr>
            <a:lvl8pPr marL="1296000">
              <a:defRPr>
                <a:solidFill>
                  <a:schemeClr val="bg1"/>
                </a:solidFill>
              </a:defRPr>
            </a:lvl8pPr>
            <a:lvl9pPr marL="15120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Line Placeholder 1">
            <a:extLst>
              <a:ext uri="{FF2B5EF4-FFF2-40B4-BE49-F238E27FC236}">
                <a16:creationId xmlns:a16="http://schemas.microsoft.com/office/drawing/2014/main" id="{738C478D-6916-0386-E30D-20032AF3C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6799" y="2322000"/>
            <a:ext cx="4366489" cy="12700"/>
          </a:xfrm>
          <a:solidFill>
            <a:schemeClr val="bg1"/>
          </a:solidFill>
        </p:spPr>
        <p:txBody>
          <a:bodyPr/>
          <a:lstStyle>
            <a:lvl1pPr>
              <a:defRPr sz="100">
                <a:noFill/>
              </a:defRPr>
            </a:lvl1pPr>
            <a:lvl5pPr>
              <a:defRPr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686C8F6D-DE60-C0FF-E2D1-E59EB3612269}"/>
              </a:ext>
            </a:extLst>
          </p:cNvPr>
          <p:cNvSpPr/>
          <p:nvPr userDrawn="1"/>
        </p:nvSpPr>
        <p:spPr>
          <a:xfrm>
            <a:off x="6234839" y="1493134"/>
            <a:ext cx="5322888" cy="4678760"/>
          </a:xfrm>
          <a:prstGeom prst="roundRect">
            <a:avLst>
              <a:gd name="adj" fmla="val 550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9908769-E579-1B80-ACC9-6CAF519F10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24438" y="1908000"/>
            <a:ext cx="4366489" cy="377577"/>
          </a:xfrm>
        </p:spPr>
        <p:txBody>
          <a:bodyPr/>
          <a:lstStyle>
            <a:lvl1pPr>
              <a:lnSpc>
                <a:spcPct val="75000"/>
              </a:lnSpc>
              <a:spcAft>
                <a:spcPts val="3000"/>
              </a:spcAft>
              <a:defRPr sz="1800" cap="all" baseline="0">
                <a:solidFill>
                  <a:schemeClr val="bg2"/>
                </a:solidFill>
                <a:latin typeface="+mj-lt"/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216000">
              <a:defRPr>
                <a:solidFill>
                  <a:schemeClr val="bg1"/>
                </a:solidFill>
              </a:defRPr>
            </a:lvl3pPr>
            <a:lvl4pPr marL="432000">
              <a:defRPr>
                <a:solidFill>
                  <a:schemeClr val="bg1"/>
                </a:solidFill>
              </a:defRPr>
            </a:lvl4pPr>
            <a:lvl5pPr marL="648000">
              <a:defRPr>
                <a:solidFill>
                  <a:schemeClr val="bg1"/>
                </a:solidFill>
              </a:defRPr>
            </a:lvl5pPr>
            <a:lvl6pPr marL="864000">
              <a:defRPr>
                <a:solidFill>
                  <a:schemeClr val="bg1"/>
                </a:solidFill>
              </a:defRPr>
            </a:lvl6pPr>
            <a:lvl7pPr marL="1080000">
              <a:defRPr>
                <a:solidFill>
                  <a:schemeClr val="bg1"/>
                </a:solidFill>
              </a:defRPr>
            </a:lvl7pPr>
            <a:lvl8pPr marL="1296000">
              <a:defRPr>
                <a:solidFill>
                  <a:schemeClr val="bg1"/>
                </a:solidFill>
              </a:defRPr>
            </a:lvl8pPr>
            <a:lvl9pPr marL="15120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Line Placeholder 1">
            <a:extLst>
              <a:ext uri="{FF2B5EF4-FFF2-40B4-BE49-F238E27FC236}">
                <a16:creationId xmlns:a16="http://schemas.microsoft.com/office/drawing/2014/main" id="{B001F1EF-6636-6175-14A5-DBFD080B9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24438" y="2322000"/>
            <a:ext cx="4366489" cy="12700"/>
          </a:xfrm>
          <a:solidFill>
            <a:schemeClr val="bg1"/>
          </a:solidFill>
        </p:spPr>
        <p:txBody>
          <a:bodyPr/>
          <a:lstStyle>
            <a:lvl1pPr>
              <a:defRPr sz="100">
                <a:noFill/>
              </a:defRPr>
            </a:lvl1pPr>
            <a:lvl5pPr>
              <a:defRPr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3793BDC3-95BD-F30B-BEDB-0BE7B2B34CE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96799" y="2592725"/>
            <a:ext cx="4366488" cy="33269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51C5709-FC5D-AD0D-77A7-76353AC275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17014" y="2592725"/>
            <a:ext cx="4366488" cy="33269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26233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Boxed Text +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B728370F-37CD-E444-867A-3077AD77E909}"/>
              </a:ext>
            </a:extLst>
          </p:cNvPr>
          <p:cNvSpPr/>
          <p:nvPr userDrawn="1"/>
        </p:nvSpPr>
        <p:spPr>
          <a:xfrm>
            <a:off x="630000" y="1493134"/>
            <a:ext cx="5322888" cy="4678760"/>
          </a:xfrm>
          <a:prstGeom prst="roundRect">
            <a:avLst>
              <a:gd name="adj" fmla="val 550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1BD49A-32AF-6B42-2757-783F8F83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E29B7-E7DB-39EB-F72C-8B7C8FE1D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0000" y="4402642"/>
            <a:ext cx="4628552" cy="377577"/>
          </a:xfrm>
        </p:spPr>
        <p:txBody>
          <a:bodyPr/>
          <a:lstStyle>
            <a:lvl1pPr>
              <a:lnSpc>
                <a:spcPct val="75000"/>
              </a:lnSpc>
              <a:spcAft>
                <a:spcPts val="3000"/>
              </a:spcAft>
              <a:defRPr sz="1800" cap="all" baseline="0">
                <a:solidFill>
                  <a:schemeClr val="bg2"/>
                </a:solidFill>
                <a:latin typeface="+mj-lt"/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216000">
              <a:defRPr>
                <a:solidFill>
                  <a:schemeClr val="bg1"/>
                </a:solidFill>
              </a:defRPr>
            </a:lvl3pPr>
            <a:lvl4pPr marL="432000">
              <a:defRPr>
                <a:solidFill>
                  <a:schemeClr val="bg1"/>
                </a:solidFill>
              </a:defRPr>
            </a:lvl4pPr>
            <a:lvl5pPr marL="648000">
              <a:defRPr>
                <a:solidFill>
                  <a:schemeClr val="bg1"/>
                </a:solidFill>
              </a:defRPr>
            </a:lvl5pPr>
            <a:lvl6pPr marL="864000">
              <a:defRPr>
                <a:solidFill>
                  <a:schemeClr val="bg1"/>
                </a:solidFill>
              </a:defRPr>
            </a:lvl6pPr>
            <a:lvl7pPr marL="1080000">
              <a:defRPr>
                <a:solidFill>
                  <a:schemeClr val="bg1"/>
                </a:solidFill>
              </a:defRPr>
            </a:lvl7pPr>
            <a:lvl8pPr marL="1296000">
              <a:defRPr>
                <a:solidFill>
                  <a:schemeClr val="bg1"/>
                </a:solidFill>
              </a:defRPr>
            </a:lvl8pPr>
            <a:lvl9pPr marL="15120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3793BDC3-95BD-F30B-BEDB-0BE7B2B34CE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89999" y="4796234"/>
            <a:ext cx="4628551" cy="10417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5A42DB3-2DDA-9191-E696-1078F3FE139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0238" y="1493839"/>
            <a:ext cx="5326062" cy="2571260"/>
          </a:xfrm>
          <a:prstGeom prst="roundRect">
            <a:avLst>
              <a:gd name="adj" fmla="val 8920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28CB3904-F932-2B8F-A145-A0F476D2B91B}"/>
              </a:ext>
            </a:extLst>
          </p:cNvPr>
          <p:cNvSpPr/>
          <p:nvPr userDrawn="1"/>
        </p:nvSpPr>
        <p:spPr>
          <a:xfrm>
            <a:off x="6230700" y="1493134"/>
            <a:ext cx="5322888" cy="4678760"/>
          </a:xfrm>
          <a:prstGeom prst="roundRect">
            <a:avLst>
              <a:gd name="adj" fmla="val 550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A1178C1-9C3F-CF9B-5931-4744568FEE3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0700" y="4402642"/>
            <a:ext cx="4628552" cy="377577"/>
          </a:xfrm>
        </p:spPr>
        <p:txBody>
          <a:bodyPr/>
          <a:lstStyle>
            <a:lvl1pPr>
              <a:lnSpc>
                <a:spcPct val="75000"/>
              </a:lnSpc>
              <a:spcAft>
                <a:spcPts val="3000"/>
              </a:spcAft>
              <a:defRPr sz="1800" cap="all" baseline="0">
                <a:solidFill>
                  <a:schemeClr val="bg2"/>
                </a:solidFill>
                <a:latin typeface="+mj-lt"/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216000">
              <a:defRPr>
                <a:solidFill>
                  <a:schemeClr val="bg1"/>
                </a:solidFill>
              </a:defRPr>
            </a:lvl3pPr>
            <a:lvl4pPr marL="432000">
              <a:defRPr>
                <a:solidFill>
                  <a:schemeClr val="bg1"/>
                </a:solidFill>
              </a:defRPr>
            </a:lvl4pPr>
            <a:lvl5pPr marL="648000">
              <a:defRPr>
                <a:solidFill>
                  <a:schemeClr val="bg1"/>
                </a:solidFill>
              </a:defRPr>
            </a:lvl5pPr>
            <a:lvl6pPr marL="864000">
              <a:defRPr>
                <a:solidFill>
                  <a:schemeClr val="bg1"/>
                </a:solidFill>
              </a:defRPr>
            </a:lvl6pPr>
            <a:lvl7pPr marL="1080000">
              <a:defRPr>
                <a:solidFill>
                  <a:schemeClr val="bg1"/>
                </a:solidFill>
              </a:defRPr>
            </a:lvl7pPr>
            <a:lvl8pPr marL="1296000">
              <a:defRPr>
                <a:solidFill>
                  <a:schemeClr val="bg1"/>
                </a:solidFill>
              </a:defRPr>
            </a:lvl8pPr>
            <a:lvl9pPr marL="15120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109CF610-6658-A6D1-F927-3F693584D02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0699" y="4796234"/>
            <a:ext cx="4628551" cy="10417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BA4B165E-2DC0-ECC6-78A8-AA5D06B39AF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30938" y="1493839"/>
            <a:ext cx="5326062" cy="2571260"/>
          </a:xfrm>
          <a:prstGeom prst="roundRect">
            <a:avLst>
              <a:gd name="adj" fmla="val 8920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991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(With Ru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812B36-A842-1A84-F888-1F95673F9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10931763" cy="0"/>
          </a:xfrm>
          <a:prstGeom prst="line">
            <a:avLst/>
          </a:prstGeom>
          <a:ln w="1270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71A82E14-D7FC-7682-5684-6C91C8BC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2C59D86-442B-262D-4ED6-3DE9814931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1446171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(No Ru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A82E14-D7FC-7682-5684-6C91C8BC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B1150F3-80B8-11C6-2122-F6CDBA8B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6774631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&amp; 1 Images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BED7E286-D4A8-4755-A831-91BD91CA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2224" y="6346800"/>
            <a:ext cx="1584176" cy="288000"/>
          </a:xfrm>
        </p:spPr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716CAF9-261C-77E5-D7D4-5F86332FE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8726" y="6346800"/>
            <a:ext cx="5322888" cy="288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A2173EE-E295-DC5B-433B-280E8E84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000" y="6346800"/>
            <a:ext cx="720000" cy="288000"/>
          </a:xfrm>
        </p:spPr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89B999-B819-006C-A96E-CF8FD92DB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DC6BDD4-3537-F928-762F-D25B79396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753E846-46D0-59E0-BD9C-7FE42F9599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33AF069-2672-2CFF-EC0F-717A1007F3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4680000" cy="4265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29B7A9C2-6168-3743-ABC9-0A46A85DCF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0"/>
            <a:ext cx="60948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4879841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BED7E286-D4A8-4755-A831-91BD91CA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2224" y="6346800"/>
            <a:ext cx="1584176" cy="288000"/>
          </a:xfrm>
        </p:spPr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89B999-B819-006C-A96E-CF8FD92DB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629010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DC6BDD4-3537-F928-762F-D25B79396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753E846-46D0-59E0-BD9C-7FE42F9599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33AF069-2672-2CFF-EC0F-717A1007F3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2043015"/>
            <a:ext cx="4680000" cy="24931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11C42-2ED5-DFEE-6ACF-7E7BA4E69A3B}"/>
              </a:ext>
            </a:extLst>
          </p:cNvPr>
          <p:cNvSpPr/>
          <p:nvPr userDrawn="1"/>
        </p:nvSpPr>
        <p:spPr>
          <a:xfrm>
            <a:off x="6091768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t" anchorCtr="0"/>
          <a:lstStyle/>
          <a:p>
            <a:pPr marL="216000" indent="-216000" algn="l">
              <a:lnSpc>
                <a:spcPct val="120000"/>
              </a:lnSpc>
              <a:buFont typeface="Galvji" panose="020B0504020202020204" pitchFamily="34" charset="0"/>
              <a:buChar char="•"/>
            </a:pPr>
            <a:endParaRPr lang="en-US" sz="1300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7D29E6-64AF-1B97-D83A-EABB5AE389F6}"/>
              </a:ext>
            </a:extLst>
          </p:cNvPr>
          <p:cNvGrpSpPr/>
          <p:nvPr userDrawn="1"/>
        </p:nvGrpSpPr>
        <p:grpSpPr>
          <a:xfrm>
            <a:off x="634216" y="5679384"/>
            <a:ext cx="1538135" cy="288719"/>
            <a:chOff x="634216" y="5679384"/>
            <a:chExt cx="1538135" cy="288719"/>
          </a:xfrm>
        </p:grpSpPr>
        <p:pic>
          <p:nvPicPr>
            <p:cNvPr id="4" name="Picture 3" descr="A black circle with a globe in it&#10;&#10;AI-generated content may be incorrect.">
              <a:hlinkClick r:id="rId2"/>
              <a:extLst>
                <a:ext uri="{FF2B5EF4-FFF2-40B4-BE49-F238E27FC236}">
                  <a16:creationId xmlns:a16="http://schemas.microsoft.com/office/drawing/2014/main" id="{FBDC96B7-E071-4875-0C8F-D3762E1016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634216" y="5683451"/>
              <a:ext cx="288718" cy="284652"/>
            </a:xfrm>
            <a:prstGeom prst="rect">
              <a:avLst/>
            </a:prstGeom>
          </p:spPr>
        </p:pic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150FE053-7DCB-DE5F-2CAA-3DBDEE14F3E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13264" y="5679384"/>
              <a:ext cx="1259087" cy="28871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spcBef>
                  <a:spcPts val="0"/>
                </a:spcBef>
                <a:buClr>
                  <a:schemeClr val="dk1"/>
                </a:buClr>
                <a:buSzPts val="2100"/>
                <a:buNone/>
              </a:pPr>
              <a:r>
                <a:rPr lang="en-GB" sz="1200" b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sensemktg.com</a:t>
              </a:r>
              <a:endParaRPr lang="en-GB" sz="12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657B843-554E-20CE-934C-FEDD2E186E6A}"/>
              </a:ext>
            </a:extLst>
          </p:cNvPr>
          <p:cNvGrpSpPr/>
          <p:nvPr userDrawn="1"/>
        </p:nvGrpSpPr>
        <p:grpSpPr>
          <a:xfrm>
            <a:off x="2330341" y="5679384"/>
            <a:ext cx="1568633" cy="294287"/>
            <a:chOff x="2330341" y="5679384"/>
            <a:chExt cx="1568633" cy="294287"/>
          </a:xfrm>
        </p:grpSpPr>
        <p:pic>
          <p:nvPicPr>
            <p:cNvPr id="5" name="Picture 4" descr="A black and white logo&#10;&#10;AI-generated content may be incorrect.">
              <a:hlinkClick r:id="rId4"/>
              <a:extLst>
                <a:ext uri="{FF2B5EF4-FFF2-40B4-BE49-F238E27FC236}">
                  <a16:creationId xmlns:a16="http://schemas.microsoft.com/office/drawing/2014/main" id="{63369FCB-B242-A0AD-B900-6CDE9B0237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2330341" y="5684953"/>
              <a:ext cx="288718" cy="288718"/>
            </a:xfrm>
            <a:prstGeom prst="rect">
              <a:avLst/>
            </a:prstGeom>
          </p:spPr>
        </p:pic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DEACC833-AAC8-CF9B-98D5-8186FBD14FE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639887" y="5679384"/>
              <a:ext cx="1259087" cy="28871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spcBef>
                  <a:spcPts val="0"/>
                </a:spcBef>
                <a:buClr>
                  <a:schemeClr val="dk1"/>
                </a:buClr>
                <a:buSzPts val="2100"/>
                <a:buNone/>
              </a:pPr>
              <a:r>
                <a:rPr lang="en-GB" sz="1200" b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@</a:t>
              </a:r>
              <a:r>
                <a:rPr lang="en-GB" sz="1200" b="1" err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sensemktg</a:t>
              </a:r>
              <a:endParaRPr lang="en-GB" sz="12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DB3275A-1BD3-0B25-309E-3EE208A20AEF}"/>
              </a:ext>
            </a:extLst>
          </p:cNvPr>
          <p:cNvGrpSpPr/>
          <p:nvPr userDrawn="1"/>
        </p:nvGrpSpPr>
        <p:grpSpPr>
          <a:xfrm>
            <a:off x="3898974" y="5679384"/>
            <a:ext cx="1557866" cy="288719"/>
            <a:chOff x="3898974" y="5679384"/>
            <a:chExt cx="1557866" cy="288719"/>
          </a:xfrm>
        </p:grpSpPr>
        <p:pic>
          <p:nvPicPr>
            <p:cNvPr id="6" name="Picture 5" descr="A black circle with a letter in it&#10;&#10;AI-generated content may be incorrect.">
              <a:hlinkClick r:id="rId6"/>
              <a:extLst>
                <a:ext uri="{FF2B5EF4-FFF2-40B4-BE49-F238E27FC236}">
                  <a16:creationId xmlns:a16="http://schemas.microsoft.com/office/drawing/2014/main" id="{CEC5534B-0834-9126-4C2E-B5BF1F927F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3898974" y="5683451"/>
              <a:ext cx="288718" cy="284652"/>
            </a:xfrm>
            <a:prstGeom prst="rect">
              <a:avLst/>
            </a:prstGeom>
          </p:spPr>
        </p:pic>
        <p:sp>
          <p:nvSpPr>
            <p:cNvPr id="15" name="Subtitle 2">
              <a:extLst>
                <a:ext uri="{FF2B5EF4-FFF2-40B4-BE49-F238E27FC236}">
                  <a16:creationId xmlns:a16="http://schemas.microsoft.com/office/drawing/2014/main" id="{E697AA16-5118-398E-ECA0-9269B8F09B9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97753" y="5679384"/>
              <a:ext cx="1259087" cy="28871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Galvji" panose="020B0504020202020204" pitchFamily="34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spcBef>
                  <a:spcPts val="0"/>
                </a:spcBef>
                <a:buClr>
                  <a:schemeClr val="dk1"/>
                </a:buClr>
                <a:buSzPts val="2100"/>
                <a:buNone/>
              </a:pPr>
              <a:r>
                <a:rPr lang="en-GB" sz="1200" b="1" u="none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@</a:t>
              </a:r>
              <a:r>
                <a:rPr lang="en-GB" sz="1200" b="1" u="none" err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sensemarketing</a:t>
              </a:r>
              <a:endParaRPr lang="en-GB" sz="1200" b="1" u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ED699E7-CE06-FD8A-DD68-5EF80A26577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644164" y="6437837"/>
            <a:ext cx="863386" cy="164592"/>
          </a:xfrm>
          <a:prstGeom prst="rect">
            <a:avLst/>
          </a:prstGeom>
        </p:spPr>
      </p:pic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0D0D5B2-EF0C-DE93-CB10-641A2C4283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000" y="4851381"/>
            <a:ext cx="4680000" cy="593135"/>
          </a:xfrm>
        </p:spPr>
        <p:txBody>
          <a:bodyPr/>
          <a:lstStyle>
            <a:lvl1pPr>
              <a:lnSpc>
                <a:spcPct val="100000"/>
              </a:lnSpc>
              <a:defRPr sz="15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Contact details</a:t>
            </a:r>
          </a:p>
        </p:txBody>
      </p:sp>
    </p:spTree>
    <p:extLst>
      <p:ext uri="{BB962C8B-B14F-4D97-AF65-F5344CB8AC3E}">
        <p14:creationId xmlns:p14="http://schemas.microsoft.com/office/powerpoint/2010/main" val="311725107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&amp; 4 Images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BED7E286-D4A8-4755-A831-91BD91CA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2224" y="6346800"/>
            <a:ext cx="1584176" cy="288000"/>
          </a:xfrm>
        </p:spPr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716CAF9-261C-77E5-D7D4-5F86332FE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8726" y="6346800"/>
            <a:ext cx="5322888" cy="288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A2173EE-E295-DC5B-433B-280E8E84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000" y="6346800"/>
            <a:ext cx="720000" cy="288000"/>
          </a:xfrm>
        </p:spPr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89B999-B819-006C-A96E-CF8FD92DB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DC6BDD4-3537-F928-762F-D25B79396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753E846-46D0-59E0-BD9C-7FE42F9599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33AF069-2672-2CFF-EC0F-717A1007F3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4680000" cy="4265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Picture Placeholder 1">
            <a:extLst>
              <a:ext uri="{FF2B5EF4-FFF2-40B4-BE49-F238E27FC236}">
                <a16:creationId xmlns:a16="http://schemas.microsoft.com/office/drawing/2014/main" id="{D49AAA5F-796B-4DA3-737A-63F930470A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269875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506C5719-2578-9A31-8E6C-05601EE6E81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81725" y="269875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1B41022-1906-F312-2F57-36F55B50CB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7200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C1951F2-BD6D-340B-D95C-6C8C7D7F73C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81725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686196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&amp; 3 Images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BED7E286-D4A8-4755-A831-91BD91CA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2224" y="6346800"/>
            <a:ext cx="1584176" cy="288000"/>
          </a:xfrm>
        </p:spPr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716CAF9-261C-77E5-D7D4-5F86332FE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8726" y="6346800"/>
            <a:ext cx="5322888" cy="288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A2173EE-E295-DC5B-433B-280E8E84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000" y="6346800"/>
            <a:ext cx="720000" cy="288000"/>
          </a:xfrm>
        </p:spPr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89B999-B819-006C-A96E-CF8FD92DB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DC6BDD4-3537-F928-762F-D25B79396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753E846-46D0-59E0-BD9C-7FE42F9599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33AF069-2672-2CFF-EC0F-717A1007F3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1999"/>
            <a:ext cx="4680000" cy="4265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2AFAAD51-CE9B-860A-EA98-AA42740B09E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269875"/>
            <a:ext cx="5824925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2DF7EF5C-86B9-A06A-DA17-8B6F520C43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7200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56A684EA-78C8-3CC5-D756-FECE333FB7A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81725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9257512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0410550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XLab Head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74D2E53-689E-4475-67D3-E5441F23EA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2" y="0"/>
            <a:ext cx="12189168" cy="685959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B7E341A-6DDA-5E8A-7795-F23D60DBB459}"/>
              </a:ext>
            </a:extLst>
          </p:cNvPr>
          <p:cNvSpPr/>
          <p:nvPr userDrawn="1"/>
        </p:nvSpPr>
        <p:spPr>
          <a:xfrm>
            <a:off x="263525" y="2291195"/>
            <a:ext cx="11756900" cy="2285999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0E5A20-276D-95CF-BB7F-2DEA7834D5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43125" y="2862177"/>
            <a:ext cx="5305751" cy="113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5832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XLab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3F3B65E-DC6A-CD1A-E48F-FC212DED2C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2" y="0"/>
            <a:ext cx="12189168" cy="685959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3A7A150-D89B-0B27-78E4-5F3EF0967413}"/>
              </a:ext>
            </a:extLst>
          </p:cNvPr>
          <p:cNvSpPr/>
          <p:nvPr userDrawn="1"/>
        </p:nvSpPr>
        <p:spPr>
          <a:xfrm>
            <a:off x="263525" y="2048256"/>
            <a:ext cx="11756900" cy="277977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0AD4E1-7B1C-763B-E3B2-FB9960A215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6512" y="777996"/>
            <a:ext cx="2281708" cy="4875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D796754-FD04-1F4B-E88A-CEEC2317021B}"/>
              </a:ext>
            </a:extLst>
          </p:cNvPr>
          <p:cNvSpPr/>
          <p:nvPr userDrawn="1"/>
        </p:nvSpPr>
        <p:spPr>
          <a:xfrm>
            <a:off x="263525" y="2048256"/>
            <a:ext cx="11756900" cy="277977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123835E-D96C-D4A2-023E-50E24021A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456" y="2462016"/>
            <a:ext cx="10357544" cy="2407144"/>
          </a:xfrm>
        </p:spPr>
        <p:txBody>
          <a:bodyPr anchor="ctr" anchorCtr="0"/>
          <a:lstStyle>
            <a:lvl1pPr>
              <a:lnSpc>
                <a:spcPct val="73000"/>
              </a:lnSpc>
              <a:defRPr sz="9600"/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54535-C284-6337-3B31-BC9A950E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B5AE7E-A4EF-951C-0246-775D1C99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BFB00C-120C-0830-7C8F-D81DF053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94115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XLab_Section Header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35DD935-0791-7656-27E6-FFF058DE9D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2" y="0"/>
            <a:ext cx="12189168" cy="685959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A5A61FD-2233-8E2B-0BCC-7CEA39DD14D6}"/>
              </a:ext>
            </a:extLst>
          </p:cNvPr>
          <p:cNvSpPr/>
          <p:nvPr userDrawn="1"/>
        </p:nvSpPr>
        <p:spPr>
          <a:xfrm>
            <a:off x="263525" y="2258568"/>
            <a:ext cx="11756900" cy="233172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EE5837F-4A2B-FB51-9A78-5DAF190B65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6512" y="777996"/>
            <a:ext cx="2281708" cy="4875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B4E3C5-B68E-762F-9266-B2E4B7D4FF5F}"/>
              </a:ext>
            </a:extLst>
          </p:cNvPr>
          <p:cNvSpPr/>
          <p:nvPr userDrawn="1"/>
        </p:nvSpPr>
        <p:spPr>
          <a:xfrm>
            <a:off x="263525" y="2258568"/>
            <a:ext cx="11756900" cy="233172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123835E-D96C-D4A2-023E-50E24021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261" y="2204864"/>
            <a:ext cx="10361739" cy="1684506"/>
          </a:xfrm>
        </p:spPr>
        <p:txBody>
          <a:bodyPr anchor="b" anchorCtr="0"/>
          <a:lstStyle>
            <a:lvl1pPr>
              <a:lnSpc>
                <a:spcPct val="73000"/>
              </a:lnSpc>
              <a:defRPr sz="9600"/>
            </a:lvl1pPr>
          </a:lstStyle>
          <a:p>
            <a:r>
              <a:rPr lang="en-GB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195261" y="3923920"/>
            <a:ext cx="10361739" cy="7200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448D0E-7E5A-1E19-FAA3-43968194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1A22A13-0186-B650-0230-211ACE43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506962-BB28-89C3-BE87-2B1D317B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93724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XLab_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B2259E-CF68-06A6-C156-3BBCCAC94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208954A-7D66-5BA4-5985-5FD7AF0C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1194E-E754-429E-3863-1182263C39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999" y="1872000"/>
            <a:ext cx="7191613" cy="3270734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95F215-E4A4-FE1D-D6A4-A1B11740C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8248"/>
          <a:stretch>
            <a:fillRect/>
          </a:stretch>
        </p:blipFill>
        <p:spPr>
          <a:xfrm>
            <a:off x="2832" y="5367528"/>
            <a:ext cx="12189168" cy="14920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24F888-5BC6-2757-9BE0-A2FFBD6D82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67409" y="5852340"/>
            <a:ext cx="1189591" cy="2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1809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XLab_One Column Text - Off White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64A804A-A29D-C8B2-AE9B-9775984568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7822"/>
          <a:stretch>
            <a:fillRect/>
          </a:stretch>
        </p:blipFill>
        <p:spPr>
          <a:xfrm>
            <a:off x="2832" y="5338256"/>
            <a:ext cx="12189168" cy="1521338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B2259E-CF68-06A6-C156-3BBCCAC94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208954A-7D66-5BA4-5985-5FD7AF0C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1194E-E754-429E-3863-1182263C39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999" y="1871999"/>
            <a:ext cx="7191613" cy="4265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3A4D75-9038-C713-C11C-6795CC5421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72175" y="5852340"/>
            <a:ext cx="1189588" cy="2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3430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XLab_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A1F9A6E-6611-400D-AC56-BFBD40D8B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10931763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1271165-7B4F-0DE3-D11F-633143AB7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39282B8-BB37-D8A0-96B6-7EAEB388B1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2000"/>
            <a:ext cx="5128563" cy="314117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FA50D9-72F2-52CE-4BBC-17C4A1EF72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33200" y="1872000"/>
            <a:ext cx="5128563" cy="314117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0E3E7B-4BDE-733C-DE18-1A45E5B26F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8248"/>
          <a:stretch>
            <a:fillRect/>
          </a:stretch>
        </p:blipFill>
        <p:spPr>
          <a:xfrm>
            <a:off x="2832" y="5367528"/>
            <a:ext cx="12189168" cy="14920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013CA6-3103-3D2E-0960-AFC6DC2CB4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67409" y="5852340"/>
            <a:ext cx="1189591" cy="2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991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52" userDrawn="1">
          <p15:clr>
            <a:srgbClr val="FBAE40"/>
          </p15:clr>
        </p15:guide>
        <p15:guide id="2" pos="3627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XLab_Two Column Text - Off White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172D924-6172-2234-8142-EC223ED3A9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7822"/>
          <a:stretch>
            <a:fillRect/>
          </a:stretch>
        </p:blipFill>
        <p:spPr>
          <a:xfrm>
            <a:off x="2832" y="5338256"/>
            <a:ext cx="12189168" cy="152133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A1F9A6E-6611-400D-AC56-BFBD40D8B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1093176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1271165-7B4F-0DE3-D11F-633143AB7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39282B8-BB37-D8A0-96B6-7EAEB388B1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2000"/>
            <a:ext cx="5128563" cy="32131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FA50D9-72F2-52CE-4BBC-17C4A1EF72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33200" y="1872000"/>
            <a:ext cx="5128563" cy="32131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108813-8D46-C98C-D514-99DA088720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72175" y="5852340"/>
            <a:ext cx="1189588" cy="2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430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52">
          <p15:clr>
            <a:srgbClr val="FBAE40"/>
          </p15:clr>
        </p15:guide>
        <p15:guide id="2" pos="3627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XLab_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ADC9EF5-71FF-820E-602D-F46B95445C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8248"/>
          <a:stretch>
            <a:fillRect/>
          </a:stretch>
        </p:blipFill>
        <p:spPr>
          <a:xfrm>
            <a:off x="2832" y="5367528"/>
            <a:ext cx="12189168" cy="14920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FDE53E-8B54-2B12-BFA1-A27C9D2B67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67409" y="5868135"/>
            <a:ext cx="1189591" cy="254172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F1F09E-3F2F-57C0-0DAF-FE360A876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9C049B00-99AD-FED2-0D9E-D9B78C69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77208-2CE9-C34B-9CFF-B6472892C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2000"/>
            <a:ext cx="4680000" cy="336953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0"/>
            <a:ext cx="60948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F5D6B9-8C0B-C627-632D-D0E2C73D7F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557" y="5852340"/>
            <a:ext cx="1189591" cy="2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1406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XLab_Text &amp; Image - Off White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3B76671-471A-453D-D495-9BDFD8354C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7822"/>
          <a:stretch>
            <a:fillRect/>
          </a:stretch>
        </p:blipFill>
        <p:spPr>
          <a:xfrm>
            <a:off x="2832" y="5338256"/>
            <a:ext cx="12189168" cy="15213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EB82BEE-0FE7-1960-8531-997AF3D2BE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72558" y="5852340"/>
            <a:ext cx="1189588" cy="254172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F1F09E-3F2F-57C0-0DAF-FE360A876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9C049B00-99AD-FED2-0D9E-D9B78C69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77208-2CE9-C34B-9CFF-B6472892C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2000"/>
            <a:ext cx="4680000" cy="33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0"/>
            <a:ext cx="60948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4761273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XLab_Text &amp;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55AEBC-07B4-939F-6643-C39BFEB31A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8248"/>
          <a:stretch>
            <a:fillRect/>
          </a:stretch>
        </p:blipFill>
        <p:spPr>
          <a:xfrm>
            <a:off x="2832" y="5367528"/>
            <a:ext cx="12189168" cy="1492066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F1F09E-3F2F-57C0-0DAF-FE360A876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C049B00-99AD-FED2-0D9E-D9B78C69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77208-2CE9-C34B-9CFF-B6472892C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2000"/>
            <a:ext cx="4680000" cy="33572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269875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62D5F0CD-4A2C-4A6E-3B6A-6549527360F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81725" y="269875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AE3CE7C2-65F0-F4D9-7D5D-5238A620F7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7200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715904AC-4C84-782E-D3B0-A22D10AE96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81725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571595-51D4-85D6-B98A-3287FDEBDA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557" y="5852340"/>
            <a:ext cx="1189591" cy="2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3076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XLab_Text &amp; 4 Images - Off White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D58EB38-6562-C1FC-9652-F039B9BE5F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7822"/>
          <a:stretch>
            <a:fillRect/>
          </a:stretch>
        </p:blipFill>
        <p:spPr>
          <a:xfrm>
            <a:off x="2832" y="5338256"/>
            <a:ext cx="12189168" cy="1521338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F1F09E-3F2F-57C0-0DAF-FE360A876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C049B00-99AD-FED2-0D9E-D9B78C69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77208-2CE9-C34B-9CFF-B6472892C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2000"/>
            <a:ext cx="4680000" cy="33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269875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62D5F0CD-4A2C-4A6E-3B6A-6549527360F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81725" y="269875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AE3CE7C2-65F0-F4D9-7D5D-5238A620F7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7200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715904AC-4C84-782E-D3B0-A22D10AE96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81725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8520895-601D-B650-E2B4-BE39454C90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72558" y="5852340"/>
            <a:ext cx="1189588" cy="2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7791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XLab_Text &amp;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FA3BD48-30F1-6F03-6F20-73A8041B28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8248"/>
          <a:stretch>
            <a:fillRect/>
          </a:stretch>
        </p:blipFill>
        <p:spPr>
          <a:xfrm>
            <a:off x="2832" y="5367528"/>
            <a:ext cx="12189168" cy="1492066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F1F09E-3F2F-57C0-0DAF-FE360A876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9C049B00-99AD-FED2-0D9E-D9B78C69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77208-2CE9-C34B-9CFF-B6472892C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2000"/>
            <a:ext cx="4680000" cy="3429208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269875"/>
            <a:ext cx="5824925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E3CE7C2-65F0-F4D9-7D5D-5238A620F7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7200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715904AC-4C84-782E-D3B0-A22D10AE96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81725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4EFFC4F-1E7C-53A4-1A8C-DDC1C7621D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557" y="5852340"/>
            <a:ext cx="1189591" cy="2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0536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XLab_Text &amp; 3 Images - Off White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6D67EC8-9C97-E1B7-25BA-501ECA2F4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7822"/>
          <a:stretch>
            <a:fillRect/>
          </a:stretch>
        </p:blipFill>
        <p:spPr>
          <a:xfrm>
            <a:off x="2832" y="5338256"/>
            <a:ext cx="12189168" cy="1521338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F1F09E-3F2F-57C0-0DAF-FE360A876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452257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9C049B00-99AD-FED2-0D9E-D9B78C69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539749"/>
            <a:ext cx="4680000" cy="3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77208-2CE9-C34B-9CFF-B6472892C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4680000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1872000"/>
            <a:ext cx="4680000" cy="342920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200" y="269875"/>
            <a:ext cx="5824925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E3CE7C2-65F0-F4D9-7D5D-5238A620F7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7200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715904AC-4C84-782E-D3B0-A22D10AE96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81725" y="3497736"/>
            <a:ext cx="2840400" cy="308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1AA805-1139-9662-F96D-350B33D24D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72558" y="5852340"/>
            <a:ext cx="1189588" cy="2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5978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Text &amp; 3 Images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Placeholder 1">
            <a:extLst>
              <a:ext uri="{FF2B5EF4-FFF2-40B4-BE49-F238E27FC236}">
                <a16:creationId xmlns:a16="http://schemas.microsoft.com/office/drawing/2014/main" id="{79DE215C-5D16-6CB7-B360-34346B0E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35700" y="1872000"/>
            <a:ext cx="4788000" cy="12700"/>
          </a:xfrm>
          <a:solidFill>
            <a:schemeClr val="tx2"/>
          </a:solidFill>
        </p:spPr>
        <p:txBody>
          <a:bodyPr/>
          <a:lstStyle>
            <a:lvl1pPr>
              <a:defRPr sz="100">
                <a:noFill/>
              </a:defRPr>
            </a:lvl1pPr>
            <a:lvl5pPr>
              <a:defRPr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049B00-99AD-FED2-0D9E-D9B78C69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5700" y="539749"/>
            <a:ext cx="4788000" cy="3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77208-2CE9-C34B-9CFF-B6472892C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5700" y="1044000"/>
            <a:ext cx="4788000" cy="64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400" b="1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D21F38-42C7-5C2C-E7ED-A7799BAE1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2304000"/>
            <a:ext cx="4788000" cy="4284000"/>
          </a:xfrm>
        </p:spPr>
        <p:txBody>
          <a:bodyPr/>
          <a:lstStyle>
            <a:lvl1pPr>
              <a:lnSpc>
                <a:spcPct val="80000"/>
              </a:lnSpc>
              <a:spcBef>
                <a:spcPts val="1800"/>
              </a:spcBef>
              <a:defRPr sz="1600" cap="all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30000"/>
              </a:lnSpc>
              <a:buNone/>
              <a:defRPr sz="1100">
                <a:solidFill>
                  <a:schemeClr val="tx1"/>
                </a:solidFill>
              </a:defRPr>
            </a:lvl2pPr>
            <a:lvl3pPr marL="216000">
              <a:lnSpc>
                <a:spcPct val="130000"/>
              </a:lnSpc>
              <a:defRPr sz="1100">
                <a:solidFill>
                  <a:schemeClr val="tx1"/>
                </a:solidFill>
              </a:defRPr>
            </a:lvl3pPr>
            <a:lvl4pPr marL="432000">
              <a:lnSpc>
                <a:spcPct val="130000"/>
              </a:lnSpc>
              <a:defRPr sz="1100">
                <a:solidFill>
                  <a:schemeClr val="tx1"/>
                </a:solidFill>
              </a:defRPr>
            </a:lvl4pPr>
            <a:lvl5pPr marL="648000">
              <a:lnSpc>
                <a:spcPct val="130000"/>
              </a:lnSpc>
              <a:defRPr sz="1100">
                <a:solidFill>
                  <a:schemeClr val="tx1"/>
                </a:solidFill>
              </a:defRPr>
            </a:lvl5pPr>
            <a:lvl6pPr marL="864000">
              <a:lnSpc>
                <a:spcPct val="130000"/>
              </a:lnSpc>
              <a:defRPr sz="1100">
                <a:solidFill>
                  <a:schemeClr val="tx1"/>
                </a:solidFill>
              </a:defRPr>
            </a:lvl6pPr>
            <a:lvl7pPr marL="1080000">
              <a:lnSpc>
                <a:spcPct val="130000"/>
              </a:lnSpc>
              <a:defRPr sz="1100">
                <a:solidFill>
                  <a:schemeClr val="tx1"/>
                </a:solidFill>
              </a:defRPr>
            </a:lvl7pPr>
            <a:lvl8pPr marL="1296000">
              <a:lnSpc>
                <a:spcPct val="130000"/>
              </a:lnSpc>
              <a:defRPr sz="1100">
                <a:solidFill>
                  <a:schemeClr val="tx1"/>
                </a:solidFill>
              </a:defRPr>
            </a:lvl8pPr>
            <a:lvl9pPr marL="1512000">
              <a:lnSpc>
                <a:spcPct val="130000"/>
              </a:lnSpc>
              <a:defRPr sz="11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633B908-8AF5-CCE2-1555-9E3A021B1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0000" y="269875"/>
            <a:ext cx="5464800" cy="344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715904AC-4C84-782E-D3B0-A22D10AE96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49944" y="3859200"/>
            <a:ext cx="1884856" cy="2728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A4335-CCFB-FE1C-9E9F-C084FAC433AE}"/>
              </a:ext>
            </a:extLst>
          </p:cNvPr>
          <p:cNvSpPr/>
          <p:nvPr userDrawn="1"/>
        </p:nvSpPr>
        <p:spPr>
          <a:xfrm>
            <a:off x="263524" y="3845563"/>
            <a:ext cx="3461516" cy="2752087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0885E5-7271-6E97-B561-7D9A836F6E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4052" t="57604" r="68839" b="5179"/>
          <a:stretch>
            <a:fillRect/>
          </a:stretch>
        </p:blipFill>
        <p:spPr>
          <a:xfrm>
            <a:off x="295053" y="3878319"/>
            <a:ext cx="3383567" cy="26772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1588B0-868F-E507-1B43-44C0EB45A6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13823" y="4270374"/>
            <a:ext cx="1549729" cy="331118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A56F747-316C-B6B2-8041-710A6DFC8D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7208" y="4797151"/>
            <a:ext cx="2550480" cy="1336949"/>
          </a:xfrm>
        </p:spPr>
        <p:txBody>
          <a:bodyPr/>
          <a:lstStyle>
            <a:lvl1pPr>
              <a:defRPr sz="1100" b="1"/>
            </a:lvl1pPr>
            <a:lvl2pPr>
              <a:defRPr sz="1100" b="1"/>
            </a:lvl2pPr>
            <a:lvl3pPr>
              <a:defRPr sz="1100" b="1"/>
            </a:lvl3pPr>
            <a:lvl4pPr>
              <a:defRPr sz="1100" b="1"/>
            </a:lvl4pPr>
            <a:lvl5pPr>
              <a:defRPr sz="1100" b="1"/>
            </a:lvl5pPr>
          </a:lstStyle>
          <a:p>
            <a:pPr lvl="0"/>
            <a:r>
              <a:rPr lang="en-GB" err="1"/>
              <a:t>HXLab</a:t>
            </a:r>
            <a:r>
              <a:rPr lang="en-GB"/>
              <a:t> pull out copy. Click to edit.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746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5" name="Picture 4" descr="A heart made of white crosses&#10;&#10;AI-generated content may be incorrect.">
            <a:extLst>
              <a:ext uri="{FF2B5EF4-FFF2-40B4-BE49-F238E27FC236}">
                <a16:creationId xmlns:a16="http://schemas.microsoft.com/office/drawing/2014/main" id="{4E87D46D-1230-2F93-9D02-73EA0445E9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835" y="738130"/>
            <a:ext cx="2742062" cy="218118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83CA92A-3974-8064-ECAE-6682F46ED379}"/>
              </a:ext>
            </a:extLst>
          </p:cNvPr>
          <p:cNvSpPr txBox="1">
            <a:spLocks/>
          </p:cNvSpPr>
          <p:nvPr userDrawn="1"/>
        </p:nvSpPr>
        <p:spPr>
          <a:xfrm>
            <a:off x="2450011" y="1623662"/>
            <a:ext cx="7291977" cy="383519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Obviously Narrow" pitchFamily="2" charset="77"/>
                <a:ea typeface="+mj-ea"/>
                <a:cs typeface="+mj-cs"/>
              </a:defRPr>
            </a:lvl1pPr>
          </a:lstStyle>
          <a:p>
            <a:pPr algn="l">
              <a:lnSpc>
                <a:spcPts val="17000"/>
              </a:lnSpc>
            </a:pPr>
            <a:r>
              <a:rPr lang="en-US" sz="17000" spc="-150">
                <a:ea typeface="Roboto Condensed Black" panose="02000000000000000000" pitchFamily="2" charset="0"/>
              </a:rPr>
              <a:t>HUMAN</a:t>
            </a:r>
            <a:br>
              <a:rPr lang="en-US" sz="17000" spc="-150">
                <a:ea typeface="Roboto Condensed Black" panose="02000000000000000000" pitchFamily="2" charset="0"/>
              </a:rPr>
            </a:br>
            <a:r>
              <a:rPr lang="en-US" sz="17000" spc="-150">
                <a:ea typeface="Roboto Condensed Black" panose="02000000000000000000" pitchFamily="2" charset="0"/>
              </a:rPr>
              <a:t>FIRST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49F695-0AD0-958C-E398-1D5BC15F97D1}"/>
              </a:ext>
            </a:extLst>
          </p:cNvPr>
          <p:cNvSpPr/>
          <p:nvPr userDrawn="1"/>
        </p:nvSpPr>
        <p:spPr>
          <a:xfrm>
            <a:off x="2612956" y="3429000"/>
            <a:ext cx="6324799" cy="209321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A4AA564-B2A9-6892-C779-B582E6846E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27380" y="3861049"/>
            <a:ext cx="3429620" cy="159781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568629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BBEC59B-B2E6-E34A-6135-54C36FE260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1118" y="1019382"/>
            <a:ext cx="8989764" cy="37434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C48A0D-B371-F3F8-2C32-0A15295DF0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78248"/>
          <a:stretch>
            <a:fillRect/>
          </a:stretch>
        </p:blipFill>
        <p:spPr>
          <a:xfrm>
            <a:off x="2832" y="5367528"/>
            <a:ext cx="12189168" cy="14920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00BC37-B373-CD66-D5BE-FF48FC7A0F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67409" y="5852340"/>
            <a:ext cx="1189591" cy="2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5834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89FB35-528E-4269-185E-98379565D63E}"/>
              </a:ext>
            </a:extLst>
          </p:cNvPr>
          <p:cNvCxnSpPr>
            <a:cxnSpLocks/>
          </p:cNvCxnSpPr>
          <p:nvPr userDrawn="1"/>
        </p:nvCxnSpPr>
        <p:spPr>
          <a:xfrm>
            <a:off x="1127448" y="1951294"/>
            <a:ext cx="2987289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73FE407F-3AEC-C770-8FD4-00C2A7CDCB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216" y="882943"/>
            <a:ext cx="3480521" cy="743661"/>
          </a:xfrm>
          <a:prstGeom prst="rect">
            <a:avLst/>
          </a:prstGeom>
        </p:spPr>
      </p:pic>
      <p:pic>
        <p:nvPicPr>
          <p:cNvPr id="7" name="Picture 6" descr="A green circles with white text&#10;&#10;AI-generated content may be incorrect.">
            <a:extLst>
              <a:ext uri="{FF2B5EF4-FFF2-40B4-BE49-F238E27FC236}">
                <a16:creationId xmlns:a16="http://schemas.microsoft.com/office/drawing/2014/main" id="{ECFE896E-B791-2DD9-344B-926D396629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03423" y="525449"/>
            <a:ext cx="5777221" cy="5957901"/>
          </a:xfrm>
          <a:prstGeom prst="rect">
            <a:avLst/>
          </a:prstGeom>
        </p:spPr>
      </p:pic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BE26DFF-1F53-8C13-ABD7-2108C49001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2109" y="2275985"/>
            <a:ext cx="2649636" cy="936988"/>
          </a:xfrm>
        </p:spPr>
        <p:txBody>
          <a:bodyPr anchor="t"/>
          <a:lstStyle>
            <a:lvl1pPr>
              <a:lnSpc>
                <a:spcPct val="100000"/>
              </a:lnSpc>
              <a:defRPr sz="20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Were uncommon sense begins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DACA684-AB41-7C24-E127-76E6FC59B3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2109" y="3136719"/>
            <a:ext cx="2433612" cy="936988"/>
          </a:xfrm>
        </p:spPr>
        <p:txBody>
          <a:bodyPr anchor="t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We use our intelligent </a:t>
            </a:r>
            <a:r>
              <a:rPr lang="en-GB" err="1"/>
              <a:t>HXLab</a:t>
            </a:r>
            <a:r>
              <a:rPr lang="en-GB"/>
              <a:t> to power every brand experience and activation, unlocking to most progressive thinking, tactics and technologies.</a:t>
            </a:r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60580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A green circles with white text&#10;&#10;AI-generated content may be incorrect.">
            <a:extLst>
              <a:ext uri="{FF2B5EF4-FFF2-40B4-BE49-F238E27FC236}">
                <a16:creationId xmlns:a16="http://schemas.microsoft.com/office/drawing/2014/main" id="{D8388E99-1F99-89AF-937C-31F099FC52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03423" y="525449"/>
            <a:ext cx="5777221" cy="595790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89FB35-528E-4269-185E-98379565D63E}"/>
              </a:ext>
            </a:extLst>
          </p:cNvPr>
          <p:cNvCxnSpPr>
            <a:cxnSpLocks/>
          </p:cNvCxnSpPr>
          <p:nvPr userDrawn="1"/>
        </p:nvCxnSpPr>
        <p:spPr>
          <a:xfrm>
            <a:off x="1127448" y="1951294"/>
            <a:ext cx="2987289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73FE407F-3AEC-C770-8FD4-00C2A7CDCB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4216" y="882943"/>
            <a:ext cx="3480521" cy="743661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73EC322-6CC8-6BB4-1629-DB71A374067B}"/>
              </a:ext>
            </a:extLst>
          </p:cNvPr>
          <p:cNvSpPr/>
          <p:nvPr/>
        </p:nvSpPr>
        <p:spPr>
          <a:xfrm>
            <a:off x="7771601" y="500415"/>
            <a:ext cx="906810" cy="90681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493E54E-B10B-CD12-6BD0-1767100BFC10}"/>
              </a:ext>
            </a:extLst>
          </p:cNvPr>
          <p:cNvSpPr/>
          <p:nvPr userDrawn="1"/>
        </p:nvSpPr>
        <p:spPr>
          <a:xfrm>
            <a:off x="9850752" y="967864"/>
            <a:ext cx="906810" cy="90681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31E066E-5B96-E15C-D32A-4ED0E6F65716}"/>
              </a:ext>
            </a:extLst>
          </p:cNvPr>
          <p:cNvSpPr/>
          <p:nvPr/>
        </p:nvSpPr>
        <p:spPr>
          <a:xfrm>
            <a:off x="9664484" y="2407890"/>
            <a:ext cx="906810" cy="90681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A3F2FF-2C4C-AAEE-73BF-6EB377B73F5C}"/>
              </a:ext>
            </a:extLst>
          </p:cNvPr>
          <p:cNvSpPr/>
          <p:nvPr/>
        </p:nvSpPr>
        <p:spPr>
          <a:xfrm>
            <a:off x="10075118" y="3703290"/>
            <a:ext cx="906810" cy="90681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C355D6E-69D5-A8E9-E63F-F1375AD45F82}"/>
              </a:ext>
            </a:extLst>
          </p:cNvPr>
          <p:cNvSpPr/>
          <p:nvPr/>
        </p:nvSpPr>
        <p:spPr>
          <a:xfrm>
            <a:off x="9973835" y="5557643"/>
            <a:ext cx="906810" cy="90681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8A555CD-3F56-E8C6-DF47-3349565FCEF9}"/>
              </a:ext>
            </a:extLst>
          </p:cNvPr>
          <p:cNvSpPr/>
          <p:nvPr/>
        </p:nvSpPr>
        <p:spPr>
          <a:xfrm>
            <a:off x="7620223" y="5420679"/>
            <a:ext cx="906810" cy="90681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3651081-E68E-4399-ABF9-DBB5E23F0987}"/>
              </a:ext>
            </a:extLst>
          </p:cNvPr>
          <p:cNvSpPr/>
          <p:nvPr/>
        </p:nvSpPr>
        <p:spPr>
          <a:xfrm>
            <a:off x="6384168" y="4701012"/>
            <a:ext cx="906810" cy="90681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545B8EE-6A4F-68B8-F499-66B5F05E764F}"/>
              </a:ext>
            </a:extLst>
          </p:cNvPr>
          <p:cNvSpPr/>
          <p:nvPr userDrawn="1"/>
        </p:nvSpPr>
        <p:spPr>
          <a:xfrm>
            <a:off x="5964572" y="1977644"/>
            <a:ext cx="906810" cy="90681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89D044B4-265D-BDD6-A660-193F8AA4D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2109" y="2275985"/>
            <a:ext cx="2649636" cy="936988"/>
          </a:xfrm>
        </p:spPr>
        <p:txBody>
          <a:bodyPr anchor="t"/>
          <a:lstStyle>
            <a:lvl1pPr>
              <a:lnSpc>
                <a:spcPct val="100000"/>
              </a:lnSpc>
              <a:defRPr sz="20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Were uncommon sense begins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59FC74CE-62DE-FA07-EB4E-423A7DD739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2109" y="3136719"/>
            <a:ext cx="2433612" cy="936988"/>
          </a:xfrm>
        </p:spPr>
        <p:txBody>
          <a:bodyPr anchor="t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We use our intelligent </a:t>
            </a:r>
            <a:r>
              <a:rPr lang="en-GB" err="1"/>
              <a:t>HXLab</a:t>
            </a:r>
            <a:r>
              <a:rPr lang="en-GB"/>
              <a:t> to power every brand experience and activation, unlocking to most progressive thinking, tactics and technologies.</a:t>
            </a:r>
          </a:p>
          <a:p>
            <a:pPr lvl="0"/>
            <a:endParaRPr lang="en-GB"/>
          </a:p>
        </p:txBody>
      </p:sp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64CA637E-7F99-D131-E2E8-E3C8999FEA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93227" y="4701012"/>
            <a:ext cx="897751" cy="906810"/>
          </a:xfrm>
        </p:spPr>
        <p:txBody>
          <a:bodyPr anchor="ctr"/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Small </a:t>
            </a:r>
            <a:br>
              <a:rPr lang="en-GB"/>
            </a:br>
            <a:r>
              <a:rPr lang="en-GB"/>
              <a:t>of copy to highlight </a:t>
            </a:r>
            <a:br>
              <a:rPr lang="en-GB"/>
            </a:br>
            <a:r>
              <a:rPr lang="en-GB"/>
              <a:t>certain </a:t>
            </a:r>
            <a:br>
              <a:rPr lang="en-GB"/>
            </a:br>
            <a:r>
              <a:rPr lang="en-GB"/>
              <a:t>elements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ABA0CD9-10FD-2C4A-0CE7-60F9C4333049}"/>
              </a:ext>
            </a:extLst>
          </p:cNvPr>
          <p:cNvSpPr/>
          <p:nvPr userDrawn="1"/>
        </p:nvSpPr>
        <p:spPr>
          <a:xfrm>
            <a:off x="4700735" y="3603732"/>
            <a:ext cx="906810" cy="90681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C1C6597A-ADB7-BD3C-5C62-00A2A95864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0735" y="3603732"/>
            <a:ext cx="906810" cy="906810"/>
          </a:xfrm>
        </p:spPr>
        <p:txBody>
          <a:bodyPr anchor="ctr"/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Small </a:t>
            </a:r>
            <a:br>
              <a:rPr lang="en-GB"/>
            </a:br>
            <a:r>
              <a:rPr lang="en-GB"/>
              <a:t>of copy to highlight </a:t>
            </a:r>
            <a:br>
              <a:rPr lang="en-GB"/>
            </a:br>
            <a:r>
              <a:rPr lang="en-GB"/>
              <a:t>certain </a:t>
            </a:r>
            <a:br>
              <a:rPr lang="en-GB"/>
            </a:br>
            <a:r>
              <a:rPr lang="en-GB"/>
              <a:t>elements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250FE5A9-4EBE-8976-625A-123A4C621A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6495" y="5409086"/>
            <a:ext cx="897751" cy="906810"/>
          </a:xfrm>
        </p:spPr>
        <p:txBody>
          <a:bodyPr anchor="ctr"/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Small </a:t>
            </a:r>
            <a:br>
              <a:rPr lang="en-GB"/>
            </a:br>
            <a:r>
              <a:rPr lang="en-GB"/>
              <a:t>of copy to highlight </a:t>
            </a:r>
            <a:br>
              <a:rPr lang="en-GB"/>
            </a:br>
            <a:r>
              <a:rPr lang="en-GB"/>
              <a:t>certain </a:t>
            </a:r>
            <a:br>
              <a:rPr lang="en-GB"/>
            </a:br>
            <a:r>
              <a:rPr lang="en-GB"/>
              <a:t>elements</a:t>
            </a:r>
          </a:p>
        </p:txBody>
      </p: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032C903E-DC04-7898-31A4-2A47A37547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75799" y="5554452"/>
            <a:ext cx="897751" cy="906810"/>
          </a:xfrm>
        </p:spPr>
        <p:txBody>
          <a:bodyPr anchor="ctr"/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Small </a:t>
            </a:r>
            <a:br>
              <a:rPr lang="en-GB"/>
            </a:br>
            <a:r>
              <a:rPr lang="en-GB"/>
              <a:t>of copy to highlight </a:t>
            </a:r>
            <a:br>
              <a:rPr lang="en-GB"/>
            </a:br>
            <a:r>
              <a:rPr lang="en-GB"/>
              <a:t>certain </a:t>
            </a:r>
            <a:br>
              <a:rPr lang="en-GB"/>
            </a:br>
            <a:r>
              <a:rPr lang="en-GB"/>
              <a:t>elements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4F70208E-60D1-E3DA-7021-7B5ED16136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74272" y="3702206"/>
            <a:ext cx="897751" cy="906810"/>
          </a:xfrm>
        </p:spPr>
        <p:txBody>
          <a:bodyPr anchor="ctr"/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Small </a:t>
            </a:r>
            <a:br>
              <a:rPr lang="en-GB"/>
            </a:br>
            <a:r>
              <a:rPr lang="en-GB"/>
              <a:t>of copy to highlight </a:t>
            </a:r>
            <a:br>
              <a:rPr lang="en-GB"/>
            </a:br>
            <a:r>
              <a:rPr lang="en-GB"/>
              <a:t>certain </a:t>
            </a:r>
            <a:br>
              <a:rPr lang="en-GB"/>
            </a:br>
            <a:r>
              <a:rPr lang="en-GB"/>
              <a:t>elements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923C320B-B966-17F0-E909-A066574F73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61619" y="2403289"/>
            <a:ext cx="897751" cy="906810"/>
          </a:xfrm>
        </p:spPr>
        <p:txBody>
          <a:bodyPr anchor="ctr"/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Small </a:t>
            </a:r>
            <a:br>
              <a:rPr lang="en-GB"/>
            </a:br>
            <a:r>
              <a:rPr lang="en-GB"/>
              <a:t>of copy to highlight </a:t>
            </a:r>
            <a:br>
              <a:rPr lang="en-GB"/>
            </a:br>
            <a:r>
              <a:rPr lang="en-GB"/>
              <a:t>certain </a:t>
            </a:r>
            <a:br>
              <a:rPr lang="en-GB"/>
            </a:br>
            <a:r>
              <a:rPr lang="en-GB"/>
              <a:t>elements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02CC352A-CC1A-F938-2621-1BD7E72AAA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53877" y="973073"/>
            <a:ext cx="897751" cy="906810"/>
          </a:xfrm>
        </p:spPr>
        <p:txBody>
          <a:bodyPr anchor="ctr"/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Small </a:t>
            </a:r>
            <a:br>
              <a:rPr lang="en-GB"/>
            </a:br>
            <a:r>
              <a:rPr lang="en-GB"/>
              <a:t>of copy to highlight </a:t>
            </a:r>
            <a:br>
              <a:rPr lang="en-GB"/>
            </a:br>
            <a:r>
              <a:rPr lang="en-GB"/>
              <a:t>certain </a:t>
            </a:r>
            <a:br>
              <a:rPr lang="en-GB"/>
            </a:br>
            <a:r>
              <a:rPr lang="en-GB"/>
              <a:t>elements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7E1DD233-C5D7-5B0E-14C5-889F94776D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771859" y="494772"/>
            <a:ext cx="897751" cy="906810"/>
          </a:xfrm>
        </p:spPr>
        <p:txBody>
          <a:bodyPr anchor="ctr"/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Small </a:t>
            </a:r>
            <a:br>
              <a:rPr lang="en-GB"/>
            </a:br>
            <a:r>
              <a:rPr lang="en-GB"/>
              <a:t>of copy to highlight </a:t>
            </a:r>
            <a:br>
              <a:rPr lang="en-GB"/>
            </a:br>
            <a:r>
              <a:rPr lang="en-GB"/>
              <a:t>certain </a:t>
            </a:r>
            <a:br>
              <a:rPr lang="en-GB"/>
            </a:br>
            <a:r>
              <a:rPr lang="en-GB"/>
              <a:t>elements</a:t>
            </a:r>
          </a:p>
        </p:txBody>
      </p:sp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7DAC4C24-9EA8-BDF1-8977-48B0ADD918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66505" y="1976569"/>
            <a:ext cx="897751" cy="906810"/>
          </a:xfrm>
        </p:spPr>
        <p:txBody>
          <a:bodyPr anchor="ctr"/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Small </a:t>
            </a:r>
            <a:br>
              <a:rPr lang="en-GB"/>
            </a:br>
            <a:r>
              <a:rPr lang="en-GB"/>
              <a:t>of copy to highlight </a:t>
            </a:r>
            <a:br>
              <a:rPr lang="en-GB"/>
            </a:br>
            <a:r>
              <a:rPr lang="en-GB"/>
              <a:t>certain </a:t>
            </a:r>
            <a:br>
              <a:rPr lang="en-GB"/>
            </a:br>
            <a:r>
              <a:rPr lang="en-GB"/>
              <a:t>elements</a:t>
            </a:r>
          </a:p>
        </p:txBody>
      </p:sp>
    </p:spTree>
    <p:extLst>
      <p:ext uri="{BB962C8B-B14F-4D97-AF65-F5344CB8AC3E}">
        <p14:creationId xmlns:p14="http://schemas.microsoft.com/office/powerpoint/2010/main" val="300515937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(With Ru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812B36-A842-1A84-F888-1F95673F9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000" y="1457996"/>
            <a:ext cx="10931763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71A82E14-D7FC-7682-5684-6C91C8BC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2C59D86-442B-262D-4ED6-3DE9814931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71803581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(No Ru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A82E14-D7FC-7682-5684-6C91C8BC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B1150F3-80B8-11C6-2122-F6CDBA8B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000" y="1044000"/>
            <a:ext cx="10931763" cy="288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600" b="1"/>
            </a:lvl1pPr>
            <a:lvl5pPr>
              <a:defRPr/>
            </a:lvl5pPr>
          </a:lstStyle>
          <a:p>
            <a:pPr lvl="0"/>
            <a:r>
              <a:rPr lang="en-GB"/>
              <a:t>Insert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25847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AA17B-7C38-44A3-B5BE-6E33941E1F4B}" type="datetimeFigureOut">
              <a:rPr lang="en-GB" noProof="0" smtClean="0"/>
              <a:t>07/04/2026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6839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6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89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12224" y="6346800"/>
            <a:ext cx="1584176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8726" y="6346800"/>
            <a:ext cx="5322888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0000" y="6346800"/>
            <a:ext cx="720000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0" y="539749"/>
            <a:ext cx="10931763" cy="3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871999"/>
            <a:ext cx="10931763" cy="4265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85C1E76B-8161-03DB-A51F-26A00DD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rcRect/>
          <a:stretch/>
        </p:blipFill>
        <p:spPr>
          <a:xfrm>
            <a:off x="11187348" y="6462000"/>
            <a:ext cx="734199" cy="14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5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727" r:id="rId2"/>
    <p:sldLayoutId id="2147483726" r:id="rId3"/>
    <p:sldLayoutId id="2147483667" r:id="rId4"/>
    <p:sldLayoutId id="2147483729" r:id="rId5"/>
    <p:sldLayoutId id="2147483730" r:id="rId6"/>
    <p:sldLayoutId id="2147483658" r:id="rId7"/>
    <p:sldLayoutId id="2147483731" r:id="rId8"/>
    <p:sldLayoutId id="2147483732" r:id="rId9"/>
    <p:sldLayoutId id="2147483663" r:id="rId10"/>
    <p:sldLayoutId id="2147483733" r:id="rId11"/>
    <p:sldLayoutId id="2147483734" r:id="rId12"/>
    <p:sldLayoutId id="2147483664" r:id="rId13"/>
    <p:sldLayoutId id="2147483677" r:id="rId14"/>
    <p:sldLayoutId id="2147483678" r:id="rId15"/>
    <p:sldLayoutId id="2147483666" r:id="rId16"/>
    <p:sldLayoutId id="2147483668" r:id="rId17"/>
    <p:sldLayoutId id="2147483744" r:id="rId18"/>
    <p:sldLayoutId id="2147483665" r:id="rId19"/>
    <p:sldLayoutId id="2147483728" r:id="rId20"/>
    <p:sldLayoutId id="2147483670" r:id="rId21"/>
    <p:sldLayoutId id="2147483669" r:id="rId22"/>
    <p:sldLayoutId id="2147483671" r:id="rId23"/>
    <p:sldLayoutId id="2147483812" r:id="rId24"/>
    <p:sldLayoutId id="2147483682" r:id="rId25"/>
    <p:sldLayoutId id="2147483719" r:id="rId26"/>
    <p:sldLayoutId id="2147483745" r:id="rId27"/>
    <p:sldLayoutId id="2147483724" r:id="rId28"/>
    <p:sldLayoutId id="2147483721" r:id="rId29"/>
    <p:sldLayoutId id="2147483722" r:id="rId30"/>
    <p:sldLayoutId id="2147483683" r:id="rId31"/>
    <p:sldLayoutId id="2147483684" r:id="rId32"/>
    <p:sldLayoutId id="2147483674" r:id="rId33"/>
    <p:sldLayoutId id="2147483672" r:id="rId34"/>
    <p:sldLayoutId id="2147483676" r:id="rId35"/>
    <p:sldLayoutId id="2147483675" r:id="rId36"/>
    <p:sldLayoutId id="2147483757" r:id="rId37"/>
    <p:sldLayoutId id="2147483661" r:id="rId38"/>
    <p:sldLayoutId id="2147483681" r:id="rId39"/>
    <p:sldLayoutId id="2147483662" r:id="rId40"/>
  </p:sldLayoutIdLst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200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FontTx/>
        <a:buNone/>
        <a:defRPr sz="1300" kern="1200">
          <a:solidFill>
            <a:schemeClr val="bg1"/>
          </a:solidFill>
          <a:latin typeface="+mn-lt"/>
          <a:ea typeface="+mn-ea"/>
          <a:cs typeface="+mn-cs"/>
        </a:defRPr>
      </a:lvl1pPr>
      <a:lvl2pPr marL="216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2pPr>
      <a:lvl3pPr marL="432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3pPr>
      <a:lvl4pPr marL="648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4pPr>
      <a:lvl5pPr marL="864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5pPr>
      <a:lvl6pPr marL="1080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6pPr>
      <a:lvl7pPr marL="1296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7pPr>
      <a:lvl8pPr marL="1512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8pPr>
      <a:lvl9pPr marL="1728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400" userDrawn="1">
          <p15:clr>
            <a:srgbClr val="F26B43"/>
          </p15:clr>
        </p15:guide>
        <p15:guide id="4" pos="1392" userDrawn="1">
          <p15:clr>
            <a:srgbClr val="F26B43"/>
          </p15:clr>
        </p15:guide>
        <p15:guide id="5" pos="1576" userDrawn="1">
          <p15:clr>
            <a:srgbClr val="F26B43"/>
          </p15:clr>
        </p15:guide>
        <p15:guide id="6" pos="2568" userDrawn="1">
          <p15:clr>
            <a:srgbClr val="F26B43"/>
          </p15:clr>
        </p15:guide>
        <p15:guide id="7" pos="2752" userDrawn="1">
          <p15:clr>
            <a:srgbClr val="F26B43"/>
          </p15:clr>
        </p15:guide>
        <p15:guide id="8" pos="3752" userDrawn="1">
          <p15:clr>
            <a:srgbClr val="F26B43"/>
          </p15:clr>
        </p15:guide>
        <p15:guide id="9" pos="3928" userDrawn="1">
          <p15:clr>
            <a:srgbClr val="F26B43"/>
          </p15:clr>
        </p15:guide>
        <p15:guide id="10" pos="4928" userDrawn="1">
          <p15:clr>
            <a:srgbClr val="F26B43"/>
          </p15:clr>
        </p15:guide>
        <p15:guide id="11" pos="5112" userDrawn="1">
          <p15:clr>
            <a:srgbClr val="F26B43"/>
          </p15:clr>
        </p15:guide>
        <p15:guide id="12" pos="6104" userDrawn="1">
          <p15:clr>
            <a:srgbClr val="F26B43"/>
          </p15:clr>
        </p15:guide>
        <p15:guide id="13" pos="6288" userDrawn="1">
          <p15:clr>
            <a:srgbClr val="F26B43"/>
          </p15:clr>
        </p15:guide>
        <p15:guide id="14" pos="7280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6" orient="horz" pos="4320" userDrawn="1">
          <p15:clr>
            <a:srgbClr val="F26B43"/>
          </p15:clr>
        </p15:guide>
        <p15:guide id="17" orient="horz" pos="344" userDrawn="1">
          <p15:clr>
            <a:srgbClr val="F26B43"/>
          </p15:clr>
        </p15:guide>
        <p15:guide id="18" orient="horz" pos="3864" userDrawn="1">
          <p15:clr>
            <a:srgbClr val="F26B43"/>
          </p15:clr>
        </p15:guide>
        <p15:guide id="19" orient="horz" pos="1176" userDrawn="1">
          <p15:clr>
            <a:srgbClr val="F26B43"/>
          </p15:clr>
        </p15:guide>
        <p15:guide id="20" orient="horz" pos="168" userDrawn="1">
          <p15:clr>
            <a:srgbClr val="F26B43"/>
          </p15:clr>
        </p15:guide>
        <p15:guide id="22" pos="168" userDrawn="1">
          <p15:clr>
            <a:srgbClr val="F26B43"/>
          </p15:clr>
        </p15:guide>
        <p15:guide id="23" pos="7512" userDrawn="1">
          <p15:clr>
            <a:srgbClr val="F26B43"/>
          </p15:clr>
        </p15:guide>
        <p15:guide id="24" orient="horz" pos="415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12224" y="6346800"/>
            <a:ext cx="1584176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8726" y="6346800"/>
            <a:ext cx="5322888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0000" y="6346800"/>
            <a:ext cx="720000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0" y="539749"/>
            <a:ext cx="10931763" cy="3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871999"/>
            <a:ext cx="10931763" cy="4265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Sixth level</a:t>
            </a:r>
          </a:p>
          <a:p>
            <a:pPr lvl="6"/>
            <a:r>
              <a:rPr lang="en-GB" noProof="0"/>
              <a:t>Seventh level</a:t>
            </a:r>
          </a:p>
          <a:p>
            <a:pPr lvl="7"/>
            <a:r>
              <a:rPr lang="en-GB" noProof="0"/>
              <a:t>Eighth level</a:t>
            </a:r>
          </a:p>
          <a:p>
            <a:pPr lvl="8"/>
            <a:r>
              <a:rPr lang="en-GB" noProof="0"/>
              <a:t>Ninth level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B93692D9-5779-6EE2-58E5-30A9E9A5AA36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1187350" y="6462420"/>
            <a:ext cx="734194" cy="14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100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718" r:id="rId3"/>
    <p:sldLayoutId id="2147483752" r:id="rId4"/>
    <p:sldLayoutId id="2147483753" r:id="rId5"/>
    <p:sldLayoutId id="2147483755" r:id="rId6"/>
    <p:sldLayoutId id="2147483725" r:id="rId7"/>
    <p:sldLayoutId id="2147483749" r:id="rId8"/>
    <p:sldLayoutId id="2147483750" r:id="rId9"/>
    <p:sldLayoutId id="2147483751" r:id="rId10"/>
    <p:sldLayoutId id="2147483811" r:id="rId11"/>
    <p:sldLayoutId id="2147483815" r:id="rId12"/>
    <p:sldLayoutId id="2147483756" r:id="rId13"/>
    <p:sldLayoutId id="2147483754" r:id="rId14"/>
    <p:sldLayoutId id="2147483720" r:id="rId15"/>
    <p:sldLayoutId id="2147483723" r:id="rId16"/>
    <p:sldLayoutId id="2147483709" r:id="rId17"/>
    <p:sldLayoutId id="2147483710" r:id="rId18"/>
    <p:sldLayoutId id="2147483711" r:id="rId19"/>
  </p:sldLayoutIdLst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2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FontTx/>
        <a:buNone/>
        <a:defRPr sz="1300" kern="1200">
          <a:solidFill>
            <a:schemeClr val="tx2"/>
          </a:solidFill>
          <a:latin typeface="+mn-lt"/>
          <a:ea typeface="+mn-ea"/>
          <a:cs typeface="+mn-cs"/>
        </a:defRPr>
      </a:lvl1pPr>
      <a:lvl2pPr marL="216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2pPr>
      <a:lvl3pPr marL="432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3pPr>
      <a:lvl4pPr marL="648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4pPr>
      <a:lvl5pPr marL="864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5pPr>
      <a:lvl6pPr marL="1080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6pPr>
      <a:lvl7pPr marL="1296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7pPr>
      <a:lvl8pPr marL="1512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8pPr>
      <a:lvl9pPr marL="1728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400" userDrawn="1">
          <p15:clr>
            <a:srgbClr val="F26B43"/>
          </p15:clr>
        </p15:guide>
        <p15:guide id="4" pos="1392" userDrawn="1">
          <p15:clr>
            <a:srgbClr val="F26B43"/>
          </p15:clr>
        </p15:guide>
        <p15:guide id="5" pos="1576" userDrawn="1">
          <p15:clr>
            <a:srgbClr val="F26B43"/>
          </p15:clr>
        </p15:guide>
        <p15:guide id="6" pos="2568" userDrawn="1">
          <p15:clr>
            <a:srgbClr val="F26B43"/>
          </p15:clr>
        </p15:guide>
        <p15:guide id="7" pos="2752" userDrawn="1">
          <p15:clr>
            <a:srgbClr val="F26B43"/>
          </p15:clr>
        </p15:guide>
        <p15:guide id="8" pos="3752" userDrawn="1">
          <p15:clr>
            <a:srgbClr val="F26B43"/>
          </p15:clr>
        </p15:guide>
        <p15:guide id="9" pos="3928" userDrawn="1">
          <p15:clr>
            <a:srgbClr val="F26B43"/>
          </p15:clr>
        </p15:guide>
        <p15:guide id="10" pos="4928" userDrawn="1">
          <p15:clr>
            <a:srgbClr val="F26B43"/>
          </p15:clr>
        </p15:guide>
        <p15:guide id="11" pos="5112" userDrawn="1">
          <p15:clr>
            <a:srgbClr val="F26B43"/>
          </p15:clr>
        </p15:guide>
        <p15:guide id="12" pos="6104" userDrawn="1">
          <p15:clr>
            <a:srgbClr val="F26B43"/>
          </p15:clr>
        </p15:guide>
        <p15:guide id="13" pos="6288" userDrawn="1">
          <p15:clr>
            <a:srgbClr val="F26B43"/>
          </p15:clr>
        </p15:guide>
        <p15:guide id="14" pos="7280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6" orient="horz" pos="4320" userDrawn="1">
          <p15:clr>
            <a:srgbClr val="F26B43"/>
          </p15:clr>
        </p15:guide>
        <p15:guide id="17" orient="horz" pos="344" userDrawn="1">
          <p15:clr>
            <a:srgbClr val="F26B43"/>
          </p15:clr>
        </p15:guide>
        <p15:guide id="18" orient="horz" pos="3864" userDrawn="1">
          <p15:clr>
            <a:srgbClr val="F26B43"/>
          </p15:clr>
        </p15:guide>
        <p15:guide id="19" orient="horz" pos="1176" userDrawn="1">
          <p15:clr>
            <a:srgbClr val="F26B43"/>
          </p15:clr>
        </p15:guide>
        <p15:guide id="20" orient="horz" pos="168" userDrawn="1">
          <p15:clr>
            <a:srgbClr val="F26B43"/>
          </p15:clr>
        </p15:guide>
        <p15:guide id="22" pos="168" userDrawn="1">
          <p15:clr>
            <a:srgbClr val="F26B43"/>
          </p15:clr>
        </p15:guide>
        <p15:guide id="23" pos="7512" userDrawn="1">
          <p15:clr>
            <a:srgbClr val="F26B43"/>
          </p15:clr>
        </p15:guide>
        <p15:guide id="24" orient="horz" pos="415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12224" y="6346800"/>
            <a:ext cx="1584176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8726" y="6346800"/>
            <a:ext cx="5322888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0000" y="6346800"/>
            <a:ext cx="720000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0" y="539749"/>
            <a:ext cx="10931763" cy="3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871999"/>
            <a:ext cx="10931763" cy="4265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Sixth level</a:t>
            </a:r>
          </a:p>
          <a:p>
            <a:pPr lvl="6"/>
            <a:r>
              <a:rPr lang="en-GB" noProof="0"/>
              <a:t>Seventh level</a:t>
            </a:r>
          </a:p>
          <a:p>
            <a:pPr lvl="7"/>
            <a:r>
              <a:rPr lang="en-GB" noProof="0"/>
              <a:t>Eighth level</a:t>
            </a:r>
          </a:p>
          <a:p>
            <a:pPr lvl="8"/>
            <a:r>
              <a:rPr lang="en-GB" noProof="0"/>
              <a:t>Ninth level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158EC81E-A8CA-C464-A80A-F6B3C7275D1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1187350" y="6462000"/>
            <a:ext cx="734194" cy="14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8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813" r:id="rId2"/>
    <p:sldLayoutId id="2147483715" r:id="rId3"/>
    <p:sldLayoutId id="2147483716" r:id="rId4"/>
    <p:sldLayoutId id="2147483746" r:id="rId5"/>
    <p:sldLayoutId id="2147483814" r:id="rId6"/>
    <p:sldLayoutId id="2147483748" r:id="rId7"/>
    <p:sldLayoutId id="2147483747" r:id="rId8"/>
    <p:sldLayoutId id="2147483717" r:id="rId9"/>
  </p:sldLayoutIdLst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2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FontTx/>
        <a:buNone/>
        <a:defRPr sz="1300" kern="1200">
          <a:solidFill>
            <a:schemeClr val="tx2"/>
          </a:solidFill>
          <a:latin typeface="+mn-lt"/>
          <a:ea typeface="+mn-ea"/>
          <a:cs typeface="+mn-cs"/>
        </a:defRPr>
      </a:lvl1pPr>
      <a:lvl2pPr marL="216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2pPr>
      <a:lvl3pPr marL="432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3pPr>
      <a:lvl4pPr marL="648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4pPr>
      <a:lvl5pPr marL="864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5pPr>
      <a:lvl6pPr marL="1080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6pPr>
      <a:lvl7pPr marL="1296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7pPr>
      <a:lvl8pPr marL="1512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8pPr>
      <a:lvl9pPr marL="1728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400" userDrawn="1">
          <p15:clr>
            <a:srgbClr val="F26B43"/>
          </p15:clr>
        </p15:guide>
        <p15:guide id="4" pos="1392" userDrawn="1">
          <p15:clr>
            <a:srgbClr val="F26B43"/>
          </p15:clr>
        </p15:guide>
        <p15:guide id="5" pos="1576" userDrawn="1">
          <p15:clr>
            <a:srgbClr val="F26B43"/>
          </p15:clr>
        </p15:guide>
        <p15:guide id="6" pos="2568" userDrawn="1">
          <p15:clr>
            <a:srgbClr val="F26B43"/>
          </p15:clr>
        </p15:guide>
        <p15:guide id="7" pos="2752" userDrawn="1">
          <p15:clr>
            <a:srgbClr val="F26B43"/>
          </p15:clr>
        </p15:guide>
        <p15:guide id="8" pos="3752" userDrawn="1">
          <p15:clr>
            <a:srgbClr val="F26B43"/>
          </p15:clr>
        </p15:guide>
        <p15:guide id="9" pos="3928" userDrawn="1">
          <p15:clr>
            <a:srgbClr val="F26B43"/>
          </p15:clr>
        </p15:guide>
        <p15:guide id="10" pos="4928" userDrawn="1">
          <p15:clr>
            <a:srgbClr val="F26B43"/>
          </p15:clr>
        </p15:guide>
        <p15:guide id="11" pos="5112" userDrawn="1">
          <p15:clr>
            <a:srgbClr val="F26B43"/>
          </p15:clr>
        </p15:guide>
        <p15:guide id="12" pos="6104" userDrawn="1">
          <p15:clr>
            <a:srgbClr val="F26B43"/>
          </p15:clr>
        </p15:guide>
        <p15:guide id="13" pos="6288" userDrawn="1">
          <p15:clr>
            <a:srgbClr val="F26B43"/>
          </p15:clr>
        </p15:guide>
        <p15:guide id="14" pos="7280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6" orient="horz" pos="4320" userDrawn="1">
          <p15:clr>
            <a:srgbClr val="F26B43"/>
          </p15:clr>
        </p15:guide>
        <p15:guide id="17" orient="horz" pos="344" userDrawn="1">
          <p15:clr>
            <a:srgbClr val="F26B43"/>
          </p15:clr>
        </p15:guide>
        <p15:guide id="18" orient="horz" pos="3864" userDrawn="1">
          <p15:clr>
            <a:srgbClr val="F26B43"/>
          </p15:clr>
        </p15:guide>
        <p15:guide id="19" orient="horz" pos="1176" userDrawn="1">
          <p15:clr>
            <a:srgbClr val="F26B43"/>
          </p15:clr>
        </p15:guide>
        <p15:guide id="20" orient="horz" pos="168" userDrawn="1">
          <p15:clr>
            <a:srgbClr val="F26B43"/>
          </p15:clr>
        </p15:guide>
        <p15:guide id="22" pos="168" userDrawn="1">
          <p15:clr>
            <a:srgbClr val="F26B43"/>
          </p15:clr>
        </p15:guide>
        <p15:guide id="23" pos="7512" userDrawn="1">
          <p15:clr>
            <a:srgbClr val="F26B43"/>
          </p15:clr>
        </p15:guide>
        <p15:guide id="24" orient="horz" pos="415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12224" y="6346800"/>
            <a:ext cx="1584176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20CAA17B-7C38-44A3-B5BE-6E33941E1F4B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8726" y="6346800"/>
            <a:ext cx="5322888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0000" y="6346800"/>
            <a:ext cx="720000" cy="28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0" y="539749"/>
            <a:ext cx="10931763" cy="3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871999"/>
            <a:ext cx="10931763" cy="4265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956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68" r:id="rId2"/>
    <p:sldLayoutId id="2147483765" r:id="rId3"/>
    <p:sldLayoutId id="2147483774" r:id="rId4"/>
    <p:sldLayoutId id="2147483799" r:id="rId5"/>
    <p:sldLayoutId id="2147483777" r:id="rId6"/>
    <p:sldLayoutId id="2147483800" r:id="rId7"/>
    <p:sldLayoutId id="2147483778" r:id="rId8"/>
    <p:sldLayoutId id="2147483801" r:id="rId9"/>
    <p:sldLayoutId id="2147483779" r:id="rId10"/>
    <p:sldLayoutId id="2147483802" r:id="rId11"/>
    <p:sldLayoutId id="2147483780" r:id="rId12"/>
    <p:sldLayoutId id="2147483803" r:id="rId13"/>
    <p:sldLayoutId id="2147483808" r:id="rId14"/>
    <p:sldLayoutId id="2147483804" r:id="rId15"/>
    <p:sldLayoutId id="2147483805" r:id="rId16"/>
    <p:sldLayoutId id="2147483806" r:id="rId17"/>
    <p:sldLayoutId id="2147483807" r:id="rId18"/>
    <p:sldLayoutId id="2147483795" r:id="rId19"/>
    <p:sldLayoutId id="2147483796" r:id="rId20"/>
    <p:sldLayoutId id="2147483797" r:id="rId21"/>
  </p:sldLayoutIdLst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200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FontTx/>
        <a:buNone/>
        <a:defRPr sz="1300" kern="1200">
          <a:solidFill>
            <a:schemeClr val="bg1"/>
          </a:solidFill>
          <a:latin typeface="+mn-lt"/>
          <a:ea typeface="+mn-ea"/>
          <a:cs typeface="+mn-cs"/>
        </a:defRPr>
      </a:lvl1pPr>
      <a:lvl2pPr marL="216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2pPr>
      <a:lvl3pPr marL="432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3pPr>
      <a:lvl4pPr marL="648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4pPr>
      <a:lvl5pPr marL="864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5pPr>
      <a:lvl6pPr marL="1080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6pPr>
      <a:lvl7pPr marL="1296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7pPr>
      <a:lvl8pPr marL="1512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8pPr>
      <a:lvl9pPr marL="1728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Galvji" panose="020B05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400" userDrawn="1">
          <p15:clr>
            <a:srgbClr val="F26B43"/>
          </p15:clr>
        </p15:guide>
        <p15:guide id="4" pos="1392" userDrawn="1">
          <p15:clr>
            <a:srgbClr val="F26B43"/>
          </p15:clr>
        </p15:guide>
        <p15:guide id="5" pos="1576" userDrawn="1">
          <p15:clr>
            <a:srgbClr val="F26B43"/>
          </p15:clr>
        </p15:guide>
        <p15:guide id="6" pos="2568" userDrawn="1">
          <p15:clr>
            <a:srgbClr val="F26B43"/>
          </p15:clr>
        </p15:guide>
        <p15:guide id="7" pos="2752" userDrawn="1">
          <p15:clr>
            <a:srgbClr val="F26B43"/>
          </p15:clr>
        </p15:guide>
        <p15:guide id="8" pos="3752" userDrawn="1">
          <p15:clr>
            <a:srgbClr val="F26B43"/>
          </p15:clr>
        </p15:guide>
        <p15:guide id="9" pos="3928" userDrawn="1">
          <p15:clr>
            <a:srgbClr val="F26B43"/>
          </p15:clr>
        </p15:guide>
        <p15:guide id="10" pos="4928" userDrawn="1">
          <p15:clr>
            <a:srgbClr val="F26B43"/>
          </p15:clr>
        </p15:guide>
        <p15:guide id="11" pos="5112" userDrawn="1">
          <p15:clr>
            <a:srgbClr val="F26B43"/>
          </p15:clr>
        </p15:guide>
        <p15:guide id="12" pos="6104" userDrawn="1">
          <p15:clr>
            <a:srgbClr val="F26B43"/>
          </p15:clr>
        </p15:guide>
        <p15:guide id="13" pos="6288" userDrawn="1">
          <p15:clr>
            <a:srgbClr val="F26B43"/>
          </p15:clr>
        </p15:guide>
        <p15:guide id="14" pos="7280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6" orient="horz" pos="4320" userDrawn="1">
          <p15:clr>
            <a:srgbClr val="F26B43"/>
          </p15:clr>
        </p15:guide>
        <p15:guide id="17" orient="horz" pos="344" userDrawn="1">
          <p15:clr>
            <a:srgbClr val="F26B43"/>
          </p15:clr>
        </p15:guide>
        <p15:guide id="18" orient="horz" pos="3864" userDrawn="1">
          <p15:clr>
            <a:srgbClr val="F26B43"/>
          </p15:clr>
        </p15:guide>
        <p15:guide id="19" orient="horz" pos="1176" userDrawn="1">
          <p15:clr>
            <a:srgbClr val="F26B43"/>
          </p15:clr>
        </p15:guide>
        <p15:guide id="20" orient="horz" pos="168" userDrawn="1">
          <p15:clr>
            <a:srgbClr val="F26B43"/>
          </p15:clr>
        </p15:guide>
        <p15:guide id="22" pos="168" userDrawn="1">
          <p15:clr>
            <a:srgbClr val="F26B43"/>
          </p15:clr>
        </p15:guide>
        <p15:guide id="23" pos="7512" userDrawn="1">
          <p15:clr>
            <a:srgbClr val="F26B43"/>
          </p15:clr>
        </p15:guide>
        <p15:guide id="24" orient="horz" pos="415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475E76-2CF1-F84B-639E-FEF1A7E63A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EXAMPLE TESTIMONIAL - 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quis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Duis </a:t>
            </a:r>
            <a:r>
              <a:rPr lang="en-GB" dirty="0" err="1"/>
              <a:t>aute</a:t>
            </a:r>
            <a:r>
              <a:rPr lang="en-GB" dirty="0"/>
              <a:t> </a:t>
            </a:r>
            <a:r>
              <a:rPr lang="en-GB" dirty="0" err="1"/>
              <a:t>irure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reprehenderit</a:t>
            </a:r>
            <a:r>
              <a:rPr lang="en-GB" dirty="0"/>
              <a:t> in </a:t>
            </a:r>
            <a:r>
              <a:rPr lang="en-GB" dirty="0" err="1"/>
              <a:t>voluptate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esse </a:t>
            </a:r>
            <a:r>
              <a:rPr lang="en-GB" dirty="0" err="1"/>
              <a:t>cillum</a:t>
            </a:r>
            <a:r>
              <a:rPr lang="en-GB" dirty="0"/>
              <a:t>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pariatur</a:t>
            </a:r>
            <a:r>
              <a:rPr lang="en-GB" dirty="0"/>
              <a:t>. </a:t>
            </a:r>
            <a:r>
              <a:rPr lang="en-GB" dirty="0" err="1"/>
              <a:t>Excepteur</a:t>
            </a:r>
            <a:r>
              <a:rPr lang="en-GB" dirty="0"/>
              <a:t> </a:t>
            </a:r>
            <a:r>
              <a:rPr lang="en-GB" dirty="0" err="1"/>
              <a:t>sint</a:t>
            </a:r>
            <a:r>
              <a:rPr lang="en-GB" dirty="0"/>
              <a:t> </a:t>
            </a:r>
            <a:r>
              <a:rPr lang="en-GB" dirty="0" err="1"/>
              <a:t>occaecat</a:t>
            </a:r>
            <a:r>
              <a:rPr lang="en-GB" dirty="0"/>
              <a:t> </a:t>
            </a:r>
            <a:r>
              <a:rPr lang="en-GB" dirty="0" err="1"/>
              <a:t>cupidatat</a:t>
            </a:r>
            <a:r>
              <a:rPr lang="en-GB" dirty="0"/>
              <a:t> non </a:t>
            </a:r>
            <a:r>
              <a:rPr lang="en-GB" dirty="0" err="1"/>
              <a:t>proident</a:t>
            </a:r>
            <a:r>
              <a:rPr lang="en-GB" dirty="0"/>
              <a:t>, sunt in culpa qui </a:t>
            </a:r>
            <a:r>
              <a:rPr lang="en-GB" dirty="0" err="1"/>
              <a:t>officia</a:t>
            </a:r>
            <a:r>
              <a:rPr lang="en-GB" dirty="0"/>
              <a:t> </a:t>
            </a:r>
            <a:r>
              <a:rPr lang="en-GB" dirty="0" err="1"/>
              <a:t>deserunt</a:t>
            </a:r>
            <a:r>
              <a:rPr lang="en-GB" dirty="0"/>
              <a:t> </a:t>
            </a:r>
            <a:r>
              <a:rPr lang="en-GB" dirty="0" err="1"/>
              <a:t>mollit</a:t>
            </a:r>
            <a:r>
              <a:rPr lang="en-GB" dirty="0"/>
              <a:t> </a:t>
            </a:r>
            <a:r>
              <a:rPr lang="en-GB" dirty="0" err="1"/>
              <a:t>anim</a:t>
            </a:r>
            <a:r>
              <a:rPr lang="en-GB" dirty="0"/>
              <a:t> id est </a:t>
            </a:r>
            <a:r>
              <a:rPr lang="en-GB" dirty="0" err="1"/>
              <a:t>laborum</a:t>
            </a:r>
            <a:r>
              <a:rPr lang="en-GB" dirty="0"/>
              <a:t>. </a:t>
            </a:r>
            <a:r>
              <a:rPr lang="en-GB" dirty="0" err="1"/>
              <a:t>Excepteur</a:t>
            </a:r>
            <a:r>
              <a:rPr lang="en-GB" dirty="0"/>
              <a:t> </a:t>
            </a:r>
            <a:r>
              <a:rPr lang="en-GB" dirty="0" err="1"/>
              <a:t>sint</a:t>
            </a:r>
            <a:r>
              <a:rPr lang="en-GB" dirty="0"/>
              <a:t> </a:t>
            </a:r>
            <a:r>
              <a:rPr lang="en-GB" dirty="0" err="1"/>
              <a:t>occaecat</a:t>
            </a:r>
            <a:r>
              <a:rPr lang="en-GB" dirty="0"/>
              <a:t> </a:t>
            </a:r>
            <a:r>
              <a:rPr lang="en-GB" dirty="0" err="1"/>
              <a:t>cupidatat</a:t>
            </a:r>
            <a:r>
              <a:rPr lang="en-GB" dirty="0"/>
              <a:t> non </a:t>
            </a:r>
            <a:r>
              <a:rPr lang="en-GB" dirty="0" err="1"/>
              <a:t>proident</a:t>
            </a:r>
            <a:r>
              <a:rPr lang="en-GB" dirty="0"/>
              <a:t>, sunt in culpa qui </a:t>
            </a:r>
            <a:r>
              <a:rPr lang="en-GB" dirty="0" err="1"/>
              <a:t>officia</a:t>
            </a:r>
            <a:r>
              <a:rPr lang="en-GB" dirty="0"/>
              <a:t> </a:t>
            </a:r>
            <a:r>
              <a:rPr lang="en-GB" dirty="0" err="1"/>
              <a:t>deserunt</a:t>
            </a:r>
            <a:r>
              <a:rPr lang="en-GB" dirty="0"/>
              <a:t> </a:t>
            </a:r>
            <a:r>
              <a:rPr lang="en-GB" dirty="0" err="1"/>
              <a:t>mollit</a:t>
            </a:r>
            <a:r>
              <a:rPr lang="en-GB" dirty="0"/>
              <a:t> </a:t>
            </a:r>
            <a:r>
              <a:rPr lang="en-GB" dirty="0" err="1"/>
              <a:t>anim</a:t>
            </a:r>
            <a:r>
              <a:rPr lang="en-GB" dirty="0"/>
              <a:t> id est </a:t>
            </a:r>
            <a:r>
              <a:rPr lang="en-GB" dirty="0" err="1"/>
              <a:t>laborum</a:t>
            </a:r>
            <a:r>
              <a:rPr lang="en-GB" dirty="0"/>
              <a:t>.</a:t>
            </a:r>
          </a:p>
          <a:p>
            <a:pPr marL="215900" lvl="1" indent="-215900"/>
            <a:r>
              <a:rPr lang="en-GB">
                <a:solidFill>
                  <a:schemeClr val="bg2"/>
                </a:solidFill>
              </a:rPr>
              <a:t>Name,</a:t>
            </a:r>
            <a:r>
              <a:rPr lang="en-GB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2714516067"/>
      </p:ext>
    </p:extLst>
  </p:cSld>
  <p:clrMapOvr>
    <a:masterClrMapping/>
  </p:clrMapOvr>
</p:sld>
</file>

<file path=ppt/theme/theme1.xml><?xml version="1.0" encoding="utf-8"?>
<a:theme xmlns:a="http://schemas.openxmlformats.org/drawingml/2006/main" name="Dark Background">
  <a:themeElements>
    <a:clrScheme name="Sense">
      <a:dk1>
        <a:sysClr val="windowText" lastClr="000000"/>
      </a:dk1>
      <a:lt1>
        <a:srgbClr val="FFFFFF"/>
      </a:lt1>
      <a:dk2>
        <a:srgbClr val="231F20"/>
      </a:dk2>
      <a:lt2>
        <a:srgbClr val="46DE66"/>
      </a:lt2>
      <a:accent1>
        <a:srgbClr val="DAF8E0"/>
      </a:accent1>
      <a:accent2>
        <a:srgbClr val="B5F2C2"/>
      </a:accent2>
      <a:accent3>
        <a:srgbClr val="236F33"/>
      </a:accent3>
      <a:accent4>
        <a:srgbClr val="D3D2D2"/>
      </a:accent4>
      <a:accent5>
        <a:srgbClr val="A7A5A6"/>
      </a:accent5>
      <a:accent6>
        <a:srgbClr val="4F4C4D"/>
      </a:accent6>
      <a:hlink>
        <a:srgbClr val="467886"/>
      </a:hlink>
      <a:folHlink>
        <a:srgbClr val="96607D"/>
      </a:folHlink>
    </a:clrScheme>
    <a:fontScheme name="Sense">
      <a:majorFont>
        <a:latin typeface="Obviously Narrow"/>
        <a:ea typeface=""/>
        <a:cs typeface=""/>
      </a:majorFont>
      <a:minorFont>
        <a:latin typeface="Galvj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tIns="72000" bIns="72000" rtlCol="0" anchor="t" anchorCtr="0"/>
      <a:lstStyle>
        <a:defPPr marL="216000" indent="-216000" algn="l">
          <a:lnSpc>
            <a:spcPct val="120000"/>
          </a:lnSpc>
          <a:buFont typeface="Galvji" panose="020B0504020202020204" pitchFamily="34" charset="0"/>
          <a:buChar char="•"/>
          <a:defRPr sz="13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16000" indent="-216000" algn="l">
          <a:lnSpc>
            <a:spcPct val="120000"/>
          </a:lnSpc>
          <a:buFont typeface="Galvji" panose="020B0504020202020204" pitchFamily="34" charset="0"/>
          <a:buChar char="•"/>
          <a:defRPr sz="1300" dirty="0" smtClean="0">
            <a:solidFill>
              <a:schemeClr val="bg1"/>
            </a:solidFill>
          </a:defRPr>
        </a:defPPr>
      </a:lstStyle>
    </a:txDef>
  </a:objectDefaults>
  <a:extraClrSchemeLst/>
  <a:custClrLst>
    <a:custClr name="Warm White">
      <a:srgbClr val="FFFAF0"/>
    </a:custClr>
  </a:custClrLst>
  <a:extLst>
    <a:ext uri="{05A4C25C-085E-4340-85A3-A5531E510DB2}">
      <thm15:themeFamily xmlns:thm15="http://schemas.microsoft.com/office/thememl/2012/main" name="Sense master PPT template" id="{E82D27A7-8EA5-439D-B480-DA837BB6302C}" vid="{BA857C42-4BD2-4FC5-ADCF-C456DB688DD7}"/>
    </a:ext>
  </a:extLst>
</a:theme>
</file>

<file path=ppt/theme/theme2.xml><?xml version="1.0" encoding="utf-8"?>
<a:theme xmlns:a="http://schemas.openxmlformats.org/drawingml/2006/main" name="Light Background">
  <a:themeElements>
    <a:clrScheme name="Sense">
      <a:dk1>
        <a:sysClr val="windowText" lastClr="000000"/>
      </a:dk1>
      <a:lt1>
        <a:srgbClr val="FFFFFF"/>
      </a:lt1>
      <a:dk2>
        <a:srgbClr val="231F20"/>
      </a:dk2>
      <a:lt2>
        <a:srgbClr val="46DE66"/>
      </a:lt2>
      <a:accent1>
        <a:srgbClr val="DAF8E0"/>
      </a:accent1>
      <a:accent2>
        <a:srgbClr val="B5F2C2"/>
      </a:accent2>
      <a:accent3>
        <a:srgbClr val="236F33"/>
      </a:accent3>
      <a:accent4>
        <a:srgbClr val="D3D2D2"/>
      </a:accent4>
      <a:accent5>
        <a:srgbClr val="A7A5A6"/>
      </a:accent5>
      <a:accent6>
        <a:srgbClr val="4F4C4D"/>
      </a:accent6>
      <a:hlink>
        <a:srgbClr val="467886"/>
      </a:hlink>
      <a:folHlink>
        <a:srgbClr val="96607D"/>
      </a:folHlink>
    </a:clrScheme>
    <a:fontScheme name="Sense">
      <a:majorFont>
        <a:latin typeface="Obviously Narrow"/>
        <a:ea typeface=""/>
        <a:cs typeface=""/>
      </a:majorFont>
      <a:minorFont>
        <a:latin typeface="Galvj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tIns="72000" bIns="72000" rtlCol="0" anchor="t" anchorCtr="0"/>
      <a:lstStyle>
        <a:defPPr marL="216000" indent="-216000" algn="l">
          <a:lnSpc>
            <a:spcPct val="120000"/>
          </a:lnSpc>
          <a:buFont typeface="Galvji" panose="020B0504020202020204" pitchFamily="34" charset="0"/>
          <a:buChar char="•"/>
          <a:defRPr sz="13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16000" indent="-216000" algn="l">
          <a:lnSpc>
            <a:spcPct val="120000"/>
          </a:lnSpc>
          <a:buFont typeface="Galvji" panose="020B0504020202020204" pitchFamily="34" charset="0"/>
          <a:buChar char="•"/>
          <a:defRPr sz="1300" dirty="0" smtClean="0">
            <a:solidFill>
              <a:schemeClr val="bg1"/>
            </a:solidFill>
          </a:defRPr>
        </a:defPPr>
      </a:lstStyle>
    </a:txDef>
  </a:objectDefaults>
  <a:extraClrSchemeLst/>
  <a:custClrLst>
    <a:custClr name="Warm White">
      <a:srgbClr val="FFFAF0"/>
    </a:custClr>
  </a:custClrLst>
  <a:extLst>
    <a:ext uri="{05A4C25C-085E-4340-85A3-A5531E510DB2}">
      <thm15:themeFamily xmlns:thm15="http://schemas.microsoft.com/office/thememl/2012/main" name="Sense master PPT template" id="{E82D27A7-8EA5-439D-B480-DA837BB6302C}" vid="{146CC236-CC76-41BB-A86C-6ACC4DA016DE}"/>
    </a:ext>
  </a:extLst>
</a:theme>
</file>

<file path=ppt/theme/theme3.xml><?xml version="1.0" encoding="utf-8"?>
<a:theme xmlns:a="http://schemas.openxmlformats.org/drawingml/2006/main" name="Green Background">
  <a:themeElements>
    <a:clrScheme name="Sense">
      <a:dk1>
        <a:sysClr val="windowText" lastClr="000000"/>
      </a:dk1>
      <a:lt1>
        <a:srgbClr val="FFFFFF"/>
      </a:lt1>
      <a:dk2>
        <a:srgbClr val="231F20"/>
      </a:dk2>
      <a:lt2>
        <a:srgbClr val="46DE66"/>
      </a:lt2>
      <a:accent1>
        <a:srgbClr val="DAF8E0"/>
      </a:accent1>
      <a:accent2>
        <a:srgbClr val="B5F2C2"/>
      </a:accent2>
      <a:accent3>
        <a:srgbClr val="236F33"/>
      </a:accent3>
      <a:accent4>
        <a:srgbClr val="D3D2D2"/>
      </a:accent4>
      <a:accent5>
        <a:srgbClr val="A7A5A6"/>
      </a:accent5>
      <a:accent6>
        <a:srgbClr val="4F4C4D"/>
      </a:accent6>
      <a:hlink>
        <a:srgbClr val="467886"/>
      </a:hlink>
      <a:folHlink>
        <a:srgbClr val="96607D"/>
      </a:folHlink>
    </a:clrScheme>
    <a:fontScheme name="Sense">
      <a:majorFont>
        <a:latin typeface="Obviously Narrow"/>
        <a:ea typeface=""/>
        <a:cs typeface=""/>
      </a:majorFont>
      <a:minorFont>
        <a:latin typeface="Galvj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tIns="72000" bIns="72000" rtlCol="0" anchor="t" anchorCtr="0"/>
      <a:lstStyle>
        <a:defPPr marL="216000" indent="-216000" algn="l">
          <a:lnSpc>
            <a:spcPct val="120000"/>
          </a:lnSpc>
          <a:buFont typeface="Galvji" panose="020B0504020202020204" pitchFamily="34" charset="0"/>
          <a:buChar char="•"/>
          <a:defRPr sz="13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16000" indent="-216000" algn="l">
          <a:lnSpc>
            <a:spcPct val="120000"/>
          </a:lnSpc>
          <a:buFont typeface="Galvji" panose="020B0504020202020204" pitchFamily="34" charset="0"/>
          <a:buChar char="•"/>
          <a:defRPr sz="1300" dirty="0" smtClean="0">
            <a:solidFill>
              <a:schemeClr val="bg1"/>
            </a:solidFill>
          </a:defRPr>
        </a:defPPr>
      </a:lstStyle>
    </a:txDef>
  </a:objectDefaults>
  <a:extraClrSchemeLst/>
  <a:custClrLst>
    <a:custClr name="Warm White">
      <a:srgbClr val="FFFAF0"/>
    </a:custClr>
  </a:custClrLst>
  <a:extLst>
    <a:ext uri="{05A4C25C-085E-4340-85A3-A5531E510DB2}">
      <thm15:themeFamily xmlns:thm15="http://schemas.microsoft.com/office/thememl/2012/main" name="Sense master PPT template" id="{E82D27A7-8EA5-439D-B480-DA837BB6302C}" vid="{008D4EE6-D438-4A1C-B461-83A9EED69A05}"/>
    </a:ext>
  </a:extLst>
</a:theme>
</file>

<file path=ppt/theme/theme4.xml><?xml version="1.0" encoding="utf-8"?>
<a:theme xmlns:a="http://schemas.openxmlformats.org/drawingml/2006/main" name="HXLab">
  <a:themeElements>
    <a:clrScheme name="Sense">
      <a:dk1>
        <a:sysClr val="windowText" lastClr="000000"/>
      </a:dk1>
      <a:lt1>
        <a:srgbClr val="FFFFFF"/>
      </a:lt1>
      <a:dk2>
        <a:srgbClr val="231F20"/>
      </a:dk2>
      <a:lt2>
        <a:srgbClr val="46DE66"/>
      </a:lt2>
      <a:accent1>
        <a:srgbClr val="DAF8E0"/>
      </a:accent1>
      <a:accent2>
        <a:srgbClr val="B5F2C2"/>
      </a:accent2>
      <a:accent3>
        <a:srgbClr val="236F33"/>
      </a:accent3>
      <a:accent4>
        <a:srgbClr val="D3D2D2"/>
      </a:accent4>
      <a:accent5>
        <a:srgbClr val="A7A5A6"/>
      </a:accent5>
      <a:accent6>
        <a:srgbClr val="4F4C4D"/>
      </a:accent6>
      <a:hlink>
        <a:srgbClr val="467886"/>
      </a:hlink>
      <a:folHlink>
        <a:srgbClr val="96607D"/>
      </a:folHlink>
    </a:clrScheme>
    <a:fontScheme name="Sense">
      <a:majorFont>
        <a:latin typeface="Obviously Narrow"/>
        <a:ea typeface=""/>
        <a:cs typeface=""/>
      </a:majorFont>
      <a:minorFont>
        <a:latin typeface="Galvj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tIns="72000" bIns="72000" rtlCol="0" anchor="t" anchorCtr="0"/>
      <a:lstStyle>
        <a:defPPr marL="216000" indent="-216000" algn="l">
          <a:lnSpc>
            <a:spcPct val="120000"/>
          </a:lnSpc>
          <a:buFont typeface="Galvji" panose="020B0504020202020204" pitchFamily="34" charset="0"/>
          <a:buChar char="•"/>
          <a:defRPr sz="13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16000" indent="-216000" algn="l">
          <a:lnSpc>
            <a:spcPct val="120000"/>
          </a:lnSpc>
          <a:buFont typeface="Galvji" panose="020B0504020202020204" pitchFamily="34" charset="0"/>
          <a:buChar char="•"/>
          <a:defRPr sz="1300" dirty="0" smtClean="0">
            <a:solidFill>
              <a:schemeClr val="bg1"/>
            </a:solidFill>
          </a:defRPr>
        </a:defPPr>
      </a:lstStyle>
    </a:txDef>
  </a:objectDefaults>
  <a:extraClrSchemeLst/>
  <a:custClrLst>
    <a:custClr name="Warm White">
      <a:srgbClr val="FFFAF0"/>
    </a:custClr>
  </a:custClrLst>
  <a:extLst>
    <a:ext uri="{05A4C25C-085E-4340-85A3-A5531E510DB2}">
      <thm15:themeFamily xmlns:thm15="http://schemas.microsoft.com/office/thememl/2012/main" name="Sense master PPT template" id="{E82D27A7-8EA5-439D-B480-DA837BB6302C}" vid="{BA857C42-4BD2-4FC5-ADCF-C456DB688DD7}"/>
    </a:ext>
  </a:extLst>
</a:theme>
</file>

<file path=ppt/theme/theme5.xml><?xml version="1.0" encoding="utf-8"?>
<a:theme xmlns:a="http://schemas.openxmlformats.org/drawingml/2006/main" name="Office Theme">
  <a:themeElements>
    <a:clrScheme name="Sense">
      <a:dk1>
        <a:sysClr val="windowText" lastClr="000000"/>
      </a:dk1>
      <a:lt1>
        <a:srgbClr val="FFFFFF"/>
      </a:lt1>
      <a:dk2>
        <a:srgbClr val="231F20"/>
      </a:dk2>
      <a:lt2>
        <a:srgbClr val="46DE66"/>
      </a:lt2>
      <a:accent1>
        <a:srgbClr val="DAF8E0"/>
      </a:accent1>
      <a:accent2>
        <a:srgbClr val="B5F2C2"/>
      </a:accent2>
      <a:accent3>
        <a:srgbClr val="236F33"/>
      </a:accent3>
      <a:accent4>
        <a:srgbClr val="D3D2D2"/>
      </a:accent4>
      <a:accent5>
        <a:srgbClr val="A7A5A6"/>
      </a:accent5>
      <a:accent6>
        <a:srgbClr val="4F4C4D"/>
      </a:accent6>
      <a:hlink>
        <a:srgbClr val="467886"/>
      </a:hlink>
      <a:folHlink>
        <a:srgbClr val="96607D"/>
      </a:folHlink>
    </a:clrScheme>
    <a:fontScheme name="Sense">
      <a:majorFont>
        <a:latin typeface="Obviously Narrow"/>
        <a:ea typeface=""/>
        <a:cs typeface=""/>
      </a:majorFont>
      <a:minorFont>
        <a:latin typeface="Galvj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Sense">
      <a:dk1>
        <a:sysClr val="windowText" lastClr="000000"/>
      </a:dk1>
      <a:lt1>
        <a:srgbClr val="FFFFFF"/>
      </a:lt1>
      <a:dk2>
        <a:srgbClr val="231F20"/>
      </a:dk2>
      <a:lt2>
        <a:srgbClr val="46DE66"/>
      </a:lt2>
      <a:accent1>
        <a:srgbClr val="DAF8E0"/>
      </a:accent1>
      <a:accent2>
        <a:srgbClr val="B5F2C2"/>
      </a:accent2>
      <a:accent3>
        <a:srgbClr val="236F33"/>
      </a:accent3>
      <a:accent4>
        <a:srgbClr val="D3D2D2"/>
      </a:accent4>
      <a:accent5>
        <a:srgbClr val="A7A5A6"/>
      </a:accent5>
      <a:accent6>
        <a:srgbClr val="4F4C4D"/>
      </a:accent6>
      <a:hlink>
        <a:srgbClr val="467886"/>
      </a:hlink>
      <a:folHlink>
        <a:srgbClr val="96607D"/>
      </a:folHlink>
    </a:clrScheme>
    <a:fontScheme name="Sense">
      <a:majorFont>
        <a:latin typeface="Obviously Narrow"/>
        <a:ea typeface=""/>
        <a:cs typeface=""/>
      </a:majorFont>
      <a:minorFont>
        <a:latin typeface="Galvj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Background</Template>
  <TotalTime>22</TotalTime>
  <Words>100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Obviously Narrow</vt:lpstr>
      <vt:lpstr>Galvji</vt:lpstr>
      <vt:lpstr>Calibri</vt:lpstr>
      <vt:lpstr>Roboto Condensed Black</vt:lpstr>
      <vt:lpstr>Dark Background</vt:lpstr>
      <vt:lpstr>Light Background</vt:lpstr>
      <vt:lpstr>Green Background</vt:lpstr>
      <vt:lpstr>HXLab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Whiddon</dc:creator>
  <cp:lastModifiedBy>Hayley James | Sense NYC</cp:lastModifiedBy>
  <cp:revision>8</cp:revision>
  <dcterms:created xsi:type="dcterms:W3CDTF">2026-03-30T13:50:15Z</dcterms:created>
  <dcterms:modified xsi:type="dcterms:W3CDTF">2026-04-07T19:52:24Z</dcterms:modified>
</cp:coreProperties>
</file>